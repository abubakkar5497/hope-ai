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7" r:id="rId3"/>
    <p:sldId id="258" r:id="rId4"/>
    <p:sldId id="259" r:id="rId5"/>
    <p:sldId id="260" r:id="rId6"/>
    <p:sldId id="261" r:id="rId7"/>
    <p:sldId id="262" r:id="rId8"/>
    <p:sldId id="263" r:id="rId9"/>
    <p:sldId id="264"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BE7EC8-6179-4C9E-97BE-620C587231B3}"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91CB362-13AE-4DB6-BDD2-19D444C43ED9}">
      <dgm:prSet/>
      <dgm:spPr/>
      <dgm:t>
        <a:bodyPr/>
        <a:lstStyle/>
        <a:p>
          <a:r>
            <a:rPr lang="en-US"/>
            <a:t>Main idea:</a:t>
          </a:r>
        </a:p>
      </dgm:t>
    </dgm:pt>
    <dgm:pt modelId="{6BE64A7B-2995-4961-936C-04F238DBA706}" type="parTrans" cxnId="{5E32368E-D334-4677-AACB-07A8CE345F42}">
      <dgm:prSet/>
      <dgm:spPr/>
      <dgm:t>
        <a:bodyPr/>
        <a:lstStyle/>
        <a:p>
          <a:endParaRPr lang="en-US"/>
        </a:p>
      </dgm:t>
    </dgm:pt>
    <dgm:pt modelId="{75D82A36-FE03-411D-9B9C-56F25213155F}" type="sibTrans" cxnId="{5E32368E-D334-4677-AACB-07A8CE345F42}">
      <dgm:prSet/>
      <dgm:spPr/>
      <dgm:t>
        <a:bodyPr/>
        <a:lstStyle/>
        <a:p>
          <a:endParaRPr lang="en-US"/>
        </a:p>
      </dgm:t>
    </dgm:pt>
    <dgm:pt modelId="{E40BC14F-CFA7-42B2-9985-99F3C9443346}">
      <dgm:prSet/>
      <dgm:spPr/>
      <dgm:t>
        <a:bodyPr/>
        <a:lstStyle/>
        <a:p>
          <a:r>
            <a:rPr lang="en-US"/>
            <a:t>* Combine many weak learners model usually Decision Tree with depth = 1 nothing but node with 2 leaf and make strong model.</a:t>
          </a:r>
        </a:p>
      </dgm:t>
    </dgm:pt>
    <dgm:pt modelId="{20019394-F8FF-4C34-B602-B655CB9C0D77}" type="parTrans" cxnId="{20EB64EF-08B4-40B3-A067-53950964429C}">
      <dgm:prSet/>
      <dgm:spPr/>
      <dgm:t>
        <a:bodyPr/>
        <a:lstStyle/>
        <a:p>
          <a:endParaRPr lang="en-US"/>
        </a:p>
      </dgm:t>
    </dgm:pt>
    <dgm:pt modelId="{00FB64A8-710F-4366-A69C-416999304632}" type="sibTrans" cxnId="{20EB64EF-08B4-40B3-A067-53950964429C}">
      <dgm:prSet/>
      <dgm:spPr/>
      <dgm:t>
        <a:bodyPr/>
        <a:lstStyle/>
        <a:p>
          <a:endParaRPr lang="en-US"/>
        </a:p>
      </dgm:t>
    </dgm:pt>
    <dgm:pt modelId="{AC6479CE-51B7-4302-81DB-60BC03CF8A1D}">
      <dgm:prSet/>
      <dgm:spPr/>
      <dgm:t>
        <a:bodyPr/>
        <a:lstStyle/>
        <a:p>
          <a:r>
            <a:rPr lang="en-US"/>
            <a:t>* Each new model focuses more on the mistakes or incorrected prediction value made by previous model.</a:t>
          </a:r>
        </a:p>
      </dgm:t>
    </dgm:pt>
    <dgm:pt modelId="{FAE2265A-90D2-47DB-B567-F8CF52A9C27B}" type="parTrans" cxnId="{6447D9CD-8F0A-4055-B0DC-FA7E55EC8C15}">
      <dgm:prSet/>
      <dgm:spPr/>
      <dgm:t>
        <a:bodyPr/>
        <a:lstStyle/>
        <a:p>
          <a:endParaRPr lang="en-US"/>
        </a:p>
      </dgm:t>
    </dgm:pt>
    <dgm:pt modelId="{A7A4CC8B-40B8-492B-8AB7-77241A99DFE8}" type="sibTrans" cxnId="{6447D9CD-8F0A-4055-B0DC-FA7E55EC8C15}">
      <dgm:prSet/>
      <dgm:spPr/>
      <dgm:t>
        <a:bodyPr/>
        <a:lstStyle/>
        <a:p>
          <a:endParaRPr lang="en-US"/>
        </a:p>
      </dgm:t>
    </dgm:pt>
    <dgm:pt modelId="{3F49B449-FCA1-4BF1-8AA7-B24A33D3949D}">
      <dgm:prSet/>
      <dgm:spPr/>
      <dgm:t>
        <a:bodyPr/>
        <a:lstStyle/>
        <a:p>
          <a:r>
            <a:rPr lang="en-US"/>
            <a:t>* And it adjusts weights by correctly predicted reduce the weight and incorrectly predicted increase the weight and pass it to next model there by next model give more importance to incorrectly predicted row. So hard to predict points get more attention.</a:t>
          </a:r>
        </a:p>
      </dgm:t>
    </dgm:pt>
    <dgm:pt modelId="{72A3F5FB-9524-4154-80FC-51C6A64A0F01}" type="parTrans" cxnId="{C6722DAD-E42C-4070-8514-9324CA115889}">
      <dgm:prSet/>
      <dgm:spPr/>
      <dgm:t>
        <a:bodyPr/>
        <a:lstStyle/>
        <a:p>
          <a:endParaRPr lang="en-US"/>
        </a:p>
      </dgm:t>
    </dgm:pt>
    <dgm:pt modelId="{E1AAEB58-3C29-4F3B-B0CD-AAC3175D8DA6}" type="sibTrans" cxnId="{C6722DAD-E42C-4070-8514-9324CA115889}">
      <dgm:prSet/>
      <dgm:spPr/>
      <dgm:t>
        <a:bodyPr/>
        <a:lstStyle/>
        <a:p>
          <a:endParaRPr lang="en-US"/>
        </a:p>
      </dgm:t>
    </dgm:pt>
    <dgm:pt modelId="{DFB1A5C6-50AA-44A0-AE16-8AA1A020C691}" type="pres">
      <dgm:prSet presAssocID="{04BE7EC8-6179-4C9E-97BE-620C587231B3}" presName="linear" presStyleCnt="0">
        <dgm:presLayoutVars>
          <dgm:animLvl val="lvl"/>
          <dgm:resizeHandles val="exact"/>
        </dgm:presLayoutVars>
      </dgm:prSet>
      <dgm:spPr/>
    </dgm:pt>
    <dgm:pt modelId="{AB111E01-2DCD-4618-9F24-74AAB2F0A86F}" type="pres">
      <dgm:prSet presAssocID="{091CB362-13AE-4DB6-BDD2-19D444C43ED9}" presName="parentText" presStyleLbl="node1" presStyleIdx="0" presStyleCnt="4">
        <dgm:presLayoutVars>
          <dgm:chMax val="0"/>
          <dgm:bulletEnabled val="1"/>
        </dgm:presLayoutVars>
      </dgm:prSet>
      <dgm:spPr/>
    </dgm:pt>
    <dgm:pt modelId="{D3476A92-F2FF-417B-AAC2-2EC6BFC8B5C4}" type="pres">
      <dgm:prSet presAssocID="{75D82A36-FE03-411D-9B9C-56F25213155F}" presName="spacer" presStyleCnt="0"/>
      <dgm:spPr/>
    </dgm:pt>
    <dgm:pt modelId="{0E64CB4C-0B1E-4D04-8EE4-3C78C37F8EB5}" type="pres">
      <dgm:prSet presAssocID="{E40BC14F-CFA7-42B2-9985-99F3C9443346}" presName="parentText" presStyleLbl="node1" presStyleIdx="1" presStyleCnt="4">
        <dgm:presLayoutVars>
          <dgm:chMax val="0"/>
          <dgm:bulletEnabled val="1"/>
        </dgm:presLayoutVars>
      </dgm:prSet>
      <dgm:spPr/>
    </dgm:pt>
    <dgm:pt modelId="{D8FB7AD4-AA60-4CA7-ABE8-008002BA96A6}" type="pres">
      <dgm:prSet presAssocID="{00FB64A8-710F-4366-A69C-416999304632}" presName="spacer" presStyleCnt="0"/>
      <dgm:spPr/>
    </dgm:pt>
    <dgm:pt modelId="{F2C97C76-D170-4853-A7B3-DE3FDDD8F1A9}" type="pres">
      <dgm:prSet presAssocID="{AC6479CE-51B7-4302-81DB-60BC03CF8A1D}" presName="parentText" presStyleLbl="node1" presStyleIdx="2" presStyleCnt="4">
        <dgm:presLayoutVars>
          <dgm:chMax val="0"/>
          <dgm:bulletEnabled val="1"/>
        </dgm:presLayoutVars>
      </dgm:prSet>
      <dgm:spPr/>
    </dgm:pt>
    <dgm:pt modelId="{59CF4A61-8713-428C-B873-36259DD497BA}" type="pres">
      <dgm:prSet presAssocID="{A7A4CC8B-40B8-492B-8AB7-77241A99DFE8}" presName="spacer" presStyleCnt="0"/>
      <dgm:spPr/>
    </dgm:pt>
    <dgm:pt modelId="{DD8DC166-F3C5-4E63-BD4D-6523245BA281}" type="pres">
      <dgm:prSet presAssocID="{3F49B449-FCA1-4BF1-8AA7-B24A33D3949D}" presName="parentText" presStyleLbl="node1" presStyleIdx="3" presStyleCnt="4">
        <dgm:presLayoutVars>
          <dgm:chMax val="0"/>
          <dgm:bulletEnabled val="1"/>
        </dgm:presLayoutVars>
      </dgm:prSet>
      <dgm:spPr/>
    </dgm:pt>
  </dgm:ptLst>
  <dgm:cxnLst>
    <dgm:cxn modelId="{C113614A-5C1A-4919-8B09-8FDB50F0905B}" type="presOf" srcId="{091CB362-13AE-4DB6-BDD2-19D444C43ED9}" destId="{AB111E01-2DCD-4618-9F24-74AAB2F0A86F}" srcOrd="0" destOrd="0" presId="urn:microsoft.com/office/officeart/2005/8/layout/vList2"/>
    <dgm:cxn modelId="{1C2B358C-429D-4AAC-AF87-609661CF999E}" type="presOf" srcId="{3F49B449-FCA1-4BF1-8AA7-B24A33D3949D}" destId="{DD8DC166-F3C5-4E63-BD4D-6523245BA281}" srcOrd="0" destOrd="0" presId="urn:microsoft.com/office/officeart/2005/8/layout/vList2"/>
    <dgm:cxn modelId="{5E32368E-D334-4677-AACB-07A8CE345F42}" srcId="{04BE7EC8-6179-4C9E-97BE-620C587231B3}" destId="{091CB362-13AE-4DB6-BDD2-19D444C43ED9}" srcOrd="0" destOrd="0" parTransId="{6BE64A7B-2995-4961-936C-04F238DBA706}" sibTransId="{75D82A36-FE03-411D-9B9C-56F25213155F}"/>
    <dgm:cxn modelId="{C6722DAD-E42C-4070-8514-9324CA115889}" srcId="{04BE7EC8-6179-4C9E-97BE-620C587231B3}" destId="{3F49B449-FCA1-4BF1-8AA7-B24A33D3949D}" srcOrd="3" destOrd="0" parTransId="{72A3F5FB-9524-4154-80FC-51C6A64A0F01}" sibTransId="{E1AAEB58-3C29-4F3B-B0CD-AAC3175D8DA6}"/>
    <dgm:cxn modelId="{D7DD70CC-3B9D-47AC-B0ED-6122B49860C7}" type="presOf" srcId="{04BE7EC8-6179-4C9E-97BE-620C587231B3}" destId="{DFB1A5C6-50AA-44A0-AE16-8AA1A020C691}" srcOrd="0" destOrd="0" presId="urn:microsoft.com/office/officeart/2005/8/layout/vList2"/>
    <dgm:cxn modelId="{6447D9CD-8F0A-4055-B0DC-FA7E55EC8C15}" srcId="{04BE7EC8-6179-4C9E-97BE-620C587231B3}" destId="{AC6479CE-51B7-4302-81DB-60BC03CF8A1D}" srcOrd="2" destOrd="0" parTransId="{FAE2265A-90D2-47DB-B567-F8CF52A9C27B}" sibTransId="{A7A4CC8B-40B8-492B-8AB7-77241A99DFE8}"/>
    <dgm:cxn modelId="{98624BCE-5BC7-4992-8DCB-0123B1BA59F0}" type="presOf" srcId="{E40BC14F-CFA7-42B2-9985-99F3C9443346}" destId="{0E64CB4C-0B1E-4D04-8EE4-3C78C37F8EB5}" srcOrd="0" destOrd="0" presId="urn:microsoft.com/office/officeart/2005/8/layout/vList2"/>
    <dgm:cxn modelId="{3C425BE1-2553-46A1-840B-BDEB8F248540}" type="presOf" srcId="{AC6479CE-51B7-4302-81DB-60BC03CF8A1D}" destId="{F2C97C76-D170-4853-A7B3-DE3FDDD8F1A9}" srcOrd="0" destOrd="0" presId="urn:microsoft.com/office/officeart/2005/8/layout/vList2"/>
    <dgm:cxn modelId="{20EB64EF-08B4-40B3-A067-53950964429C}" srcId="{04BE7EC8-6179-4C9E-97BE-620C587231B3}" destId="{E40BC14F-CFA7-42B2-9985-99F3C9443346}" srcOrd="1" destOrd="0" parTransId="{20019394-F8FF-4C34-B602-B655CB9C0D77}" sibTransId="{00FB64A8-710F-4366-A69C-416999304632}"/>
    <dgm:cxn modelId="{419F31F2-5A5D-4D39-8956-D70898CA99A3}" type="presParOf" srcId="{DFB1A5C6-50AA-44A0-AE16-8AA1A020C691}" destId="{AB111E01-2DCD-4618-9F24-74AAB2F0A86F}" srcOrd="0" destOrd="0" presId="urn:microsoft.com/office/officeart/2005/8/layout/vList2"/>
    <dgm:cxn modelId="{AF221FC1-4812-4B5D-AB1F-5F1F722D21BA}" type="presParOf" srcId="{DFB1A5C6-50AA-44A0-AE16-8AA1A020C691}" destId="{D3476A92-F2FF-417B-AAC2-2EC6BFC8B5C4}" srcOrd="1" destOrd="0" presId="urn:microsoft.com/office/officeart/2005/8/layout/vList2"/>
    <dgm:cxn modelId="{860452A3-DF4E-4659-B39A-9D155376C892}" type="presParOf" srcId="{DFB1A5C6-50AA-44A0-AE16-8AA1A020C691}" destId="{0E64CB4C-0B1E-4D04-8EE4-3C78C37F8EB5}" srcOrd="2" destOrd="0" presId="urn:microsoft.com/office/officeart/2005/8/layout/vList2"/>
    <dgm:cxn modelId="{EF83F9BB-51F1-4BFB-B7D5-B751FA48E6F8}" type="presParOf" srcId="{DFB1A5C6-50AA-44A0-AE16-8AA1A020C691}" destId="{D8FB7AD4-AA60-4CA7-ABE8-008002BA96A6}" srcOrd="3" destOrd="0" presId="urn:microsoft.com/office/officeart/2005/8/layout/vList2"/>
    <dgm:cxn modelId="{DC71AA76-6776-4AB6-B5B8-E37333E6E16A}" type="presParOf" srcId="{DFB1A5C6-50AA-44A0-AE16-8AA1A020C691}" destId="{F2C97C76-D170-4853-A7B3-DE3FDDD8F1A9}" srcOrd="4" destOrd="0" presId="urn:microsoft.com/office/officeart/2005/8/layout/vList2"/>
    <dgm:cxn modelId="{7CB4ACB7-33B6-43EE-97B2-8ED179CF50EE}" type="presParOf" srcId="{DFB1A5C6-50AA-44A0-AE16-8AA1A020C691}" destId="{59CF4A61-8713-428C-B873-36259DD497BA}" srcOrd="5" destOrd="0" presId="urn:microsoft.com/office/officeart/2005/8/layout/vList2"/>
    <dgm:cxn modelId="{423EA7A7-10DA-400D-9432-0D96642CE946}" type="presParOf" srcId="{DFB1A5C6-50AA-44A0-AE16-8AA1A020C691}" destId="{DD8DC166-F3C5-4E63-BD4D-6523245BA28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8F3D5D-7AB2-455D-A695-451C1534EC61}"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CF83BEA6-998B-47A2-ABFF-F7C89CFE2460}">
      <dgm:prSet/>
      <dgm:spPr/>
      <dgm:t>
        <a:bodyPr/>
        <a:lstStyle/>
        <a:p>
          <a:r>
            <a:rPr lang="en-US"/>
            <a:t>Start with equal weights for all training samples.</a:t>
          </a:r>
        </a:p>
      </dgm:t>
    </dgm:pt>
    <dgm:pt modelId="{974C04E9-82CC-4CEC-A516-919ABD4F8E12}" type="parTrans" cxnId="{340F6C72-E2ED-4D1E-A44E-1DC3C3F7D2E9}">
      <dgm:prSet/>
      <dgm:spPr/>
      <dgm:t>
        <a:bodyPr/>
        <a:lstStyle/>
        <a:p>
          <a:endParaRPr lang="en-US"/>
        </a:p>
      </dgm:t>
    </dgm:pt>
    <dgm:pt modelId="{6840294B-7A09-4030-A6BF-98B3FDF90F82}" type="sibTrans" cxnId="{340F6C72-E2ED-4D1E-A44E-1DC3C3F7D2E9}">
      <dgm:prSet/>
      <dgm:spPr/>
      <dgm:t>
        <a:bodyPr/>
        <a:lstStyle/>
        <a:p>
          <a:endParaRPr lang="en-US"/>
        </a:p>
      </dgm:t>
    </dgm:pt>
    <dgm:pt modelId="{E01AEC69-20D8-41EA-A48A-3030ED21A002}">
      <dgm:prSet/>
      <dgm:spPr/>
      <dgm:t>
        <a:bodyPr/>
        <a:lstStyle/>
        <a:p>
          <a:r>
            <a:rPr lang="en-US"/>
            <a:t>Train the first weak learner.</a:t>
          </a:r>
        </a:p>
      </dgm:t>
    </dgm:pt>
    <dgm:pt modelId="{482EF8AC-BB3D-4735-A70C-E6A6EBAD8229}" type="parTrans" cxnId="{552DDEB4-855C-4A8D-BD2A-CD137A6002BF}">
      <dgm:prSet/>
      <dgm:spPr/>
      <dgm:t>
        <a:bodyPr/>
        <a:lstStyle/>
        <a:p>
          <a:endParaRPr lang="en-US"/>
        </a:p>
      </dgm:t>
    </dgm:pt>
    <dgm:pt modelId="{8FC52857-1E81-4698-B16A-F873F37F6E39}" type="sibTrans" cxnId="{552DDEB4-855C-4A8D-BD2A-CD137A6002BF}">
      <dgm:prSet/>
      <dgm:spPr/>
      <dgm:t>
        <a:bodyPr/>
        <a:lstStyle/>
        <a:p>
          <a:endParaRPr lang="en-US"/>
        </a:p>
      </dgm:t>
    </dgm:pt>
    <dgm:pt modelId="{D9A3352D-0413-489B-9655-7FD43799B43A}">
      <dgm:prSet/>
      <dgm:spPr/>
      <dgm:t>
        <a:bodyPr/>
        <a:lstStyle/>
        <a:p>
          <a:r>
            <a:rPr lang="en-US"/>
            <a:t>Check which points are predicted incorrectly</a:t>
          </a:r>
        </a:p>
      </dgm:t>
    </dgm:pt>
    <dgm:pt modelId="{43D22101-A468-413A-BB4E-C263CEBB193A}" type="parTrans" cxnId="{D8EE56D3-B3A0-4DF8-861C-C7D1273A34BF}">
      <dgm:prSet/>
      <dgm:spPr/>
      <dgm:t>
        <a:bodyPr/>
        <a:lstStyle/>
        <a:p>
          <a:endParaRPr lang="en-US"/>
        </a:p>
      </dgm:t>
    </dgm:pt>
    <dgm:pt modelId="{9BCB6D8D-BA75-4D10-97F9-699BFB4B70CC}" type="sibTrans" cxnId="{D8EE56D3-B3A0-4DF8-861C-C7D1273A34BF}">
      <dgm:prSet/>
      <dgm:spPr/>
      <dgm:t>
        <a:bodyPr/>
        <a:lstStyle/>
        <a:p>
          <a:endParaRPr lang="en-US"/>
        </a:p>
      </dgm:t>
    </dgm:pt>
    <dgm:pt modelId="{D38BBF44-23B2-4122-875A-45CCE0F833AD}">
      <dgm:prSet/>
      <dgm:spPr/>
      <dgm:t>
        <a:bodyPr/>
        <a:lstStyle/>
        <a:p>
          <a:r>
            <a:rPr lang="en-US"/>
            <a:t>Increase weight for thr misclassified and mispredicted points.</a:t>
          </a:r>
        </a:p>
      </dgm:t>
    </dgm:pt>
    <dgm:pt modelId="{66325CFD-A231-4953-A86E-79F45AD0A29C}" type="parTrans" cxnId="{CFAA15E1-4462-4807-A09A-DE68DA68D29B}">
      <dgm:prSet/>
      <dgm:spPr/>
      <dgm:t>
        <a:bodyPr/>
        <a:lstStyle/>
        <a:p>
          <a:endParaRPr lang="en-US"/>
        </a:p>
      </dgm:t>
    </dgm:pt>
    <dgm:pt modelId="{FEACAFC6-0632-4CD3-8D5B-CA85F9F015ED}" type="sibTrans" cxnId="{CFAA15E1-4462-4807-A09A-DE68DA68D29B}">
      <dgm:prSet/>
      <dgm:spPr/>
      <dgm:t>
        <a:bodyPr/>
        <a:lstStyle/>
        <a:p>
          <a:endParaRPr lang="en-US"/>
        </a:p>
      </dgm:t>
    </dgm:pt>
    <dgm:pt modelId="{14400409-0BF8-4AD2-B857-EAAED4D12D3C}">
      <dgm:prSet/>
      <dgm:spPr/>
      <dgm:t>
        <a:bodyPr/>
        <a:lstStyle/>
        <a:p>
          <a:r>
            <a:rPr lang="en-US"/>
            <a:t>Train nect weak learner model on this weighted data.</a:t>
          </a:r>
        </a:p>
      </dgm:t>
    </dgm:pt>
    <dgm:pt modelId="{4BA37B65-E8BB-4CD3-BCFD-C32E9727BEC1}" type="parTrans" cxnId="{F5018C87-0CF4-4038-B8EB-4EB7417AA834}">
      <dgm:prSet/>
      <dgm:spPr/>
      <dgm:t>
        <a:bodyPr/>
        <a:lstStyle/>
        <a:p>
          <a:endParaRPr lang="en-US"/>
        </a:p>
      </dgm:t>
    </dgm:pt>
    <dgm:pt modelId="{0BE44D08-9430-4E9A-AB95-9A8A64894FFC}" type="sibTrans" cxnId="{F5018C87-0CF4-4038-B8EB-4EB7417AA834}">
      <dgm:prSet/>
      <dgm:spPr/>
      <dgm:t>
        <a:bodyPr/>
        <a:lstStyle/>
        <a:p>
          <a:endParaRPr lang="en-US"/>
        </a:p>
      </dgm:t>
    </dgm:pt>
    <dgm:pt modelId="{A575676B-78E2-49C9-8917-C583B10BCE71}">
      <dgm:prSet/>
      <dgm:spPr/>
      <dgm:t>
        <a:bodyPr/>
        <a:lstStyle/>
        <a:p>
          <a:r>
            <a:rPr lang="en-US"/>
            <a:t>Repeat until the set number of learners is reached.</a:t>
          </a:r>
        </a:p>
      </dgm:t>
    </dgm:pt>
    <dgm:pt modelId="{427DC748-B794-416D-B605-537C96E2CB45}" type="parTrans" cxnId="{175570E7-F52D-49B8-A09D-869EFFFDDD6D}">
      <dgm:prSet/>
      <dgm:spPr/>
      <dgm:t>
        <a:bodyPr/>
        <a:lstStyle/>
        <a:p>
          <a:endParaRPr lang="en-US"/>
        </a:p>
      </dgm:t>
    </dgm:pt>
    <dgm:pt modelId="{FFB20C36-BFD5-4C6F-B87D-A2D433CFF4B4}" type="sibTrans" cxnId="{175570E7-F52D-49B8-A09D-869EFFFDDD6D}">
      <dgm:prSet/>
      <dgm:spPr/>
      <dgm:t>
        <a:bodyPr/>
        <a:lstStyle/>
        <a:p>
          <a:endParaRPr lang="en-US"/>
        </a:p>
      </dgm:t>
    </dgm:pt>
    <dgm:pt modelId="{A8A29D6D-F969-4E01-9602-77C463439CAE}">
      <dgm:prSet/>
      <dgm:spPr/>
      <dgm:t>
        <a:bodyPr/>
        <a:lstStyle/>
        <a:p>
          <a:r>
            <a:rPr lang="en-US"/>
            <a:t>Combine all learners giving more importance weight to once with better performance.</a:t>
          </a:r>
        </a:p>
      </dgm:t>
    </dgm:pt>
    <dgm:pt modelId="{ABC26990-29FB-4F26-B083-15A6D7A7282D}" type="parTrans" cxnId="{D07B261B-34B9-436E-ABE5-E88C280A809A}">
      <dgm:prSet/>
      <dgm:spPr/>
      <dgm:t>
        <a:bodyPr/>
        <a:lstStyle/>
        <a:p>
          <a:endParaRPr lang="en-US"/>
        </a:p>
      </dgm:t>
    </dgm:pt>
    <dgm:pt modelId="{B7C357BD-1E0D-44CB-B590-D9DE447F84F0}" type="sibTrans" cxnId="{D07B261B-34B9-436E-ABE5-E88C280A809A}">
      <dgm:prSet/>
      <dgm:spPr/>
      <dgm:t>
        <a:bodyPr/>
        <a:lstStyle/>
        <a:p>
          <a:endParaRPr lang="en-US"/>
        </a:p>
      </dgm:t>
    </dgm:pt>
    <dgm:pt modelId="{8D535CA3-44F7-417F-B068-23C9BB39BA7A}" type="pres">
      <dgm:prSet presAssocID="{EC8F3D5D-7AB2-455D-A695-451C1534EC61}" presName="vert0" presStyleCnt="0">
        <dgm:presLayoutVars>
          <dgm:dir/>
          <dgm:animOne val="branch"/>
          <dgm:animLvl val="lvl"/>
        </dgm:presLayoutVars>
      </dgm:prSet>
      <dgm:spPr/>
    </dgm:pt>
    <dgm:pt modelId="{8C587440-7683-4F56-82CB-3DB041D3445E}" type="pres">
      <dgm:prSet presAssocID="{CF83BEA6-998B-47A2-ABFF-F7C89CFE2460}" presName="thickLine" presStyleLbl="alignNode1" presStyleIdx="0" presStyleCnt="7"/>
      <dgm:spPr/>
    </dgm:pt>
    <dgm:pt modelId="{DEFA39C7-00FB-47FC-AAC3-27D7A6C7A3E5}" type="pres">
      <dgm:prSet presAssocID="{CF83BEA6-998B-47A2-ABFF-F7C89CFE2460}" presName="horz1" presStyleCnt="0"/>
      <dgm:spPr/>
    </dgm:pt>
    <dgm:pt modelId="{60C2473B-3E49-4E43-8910-7A2598650117}" type="pres">
      <dgm:prSet presAssocID="{CF83BEA6-998B-47A2-ABFF-F7C89CFE2460}" presName="tx1" presStyleLbl="revTx" presStyleIdx="0" presStyleCnt="7"/>
      <dgm:spPr/>
    </dgm:pt>
    <dgm:pt modelId="{CA84C29A-2306-492A-A115-850276BA7500}" type="pres">
      <dgm:prSet presAssocID="{CF83BEA6-998B-47A2-ABFF-F7C89CFE2460}" presName="vert1" presStyleCnt="0"/>
      <dgm:spPr/>
    </dgm:pt>
    <dgm:pt modelId="{3CCE51EC-DE65-4EF7-A3D1-209C7C300D76}" type="pres">
      <dgm:prSet presAssocID="{E01AEC69-20D8-41EA-A48A-3030ED21A002}" presName="thickLine" presStyleLbl="alignNode1" presStyleIdx="1" presStyleCnt="7"/>
      <dgm:spPr/>
    </dgm:pt>
    <dgm:pt modelId="{1FC1F39E-BCAE-4384-8642-6D25A17497DA}" type="pres">
      <dgm:prSet presAssocID="{E01AEC69-20D8-41EA-A48A-3030ED21A002}" presName="horz1" presStyleCnt="0"/>
      <dgm:spPr/>
    </dgm:pt>
    <dgm:pt modelId="{914300FA-9694-43F8-9248-600BBB9B0AEE}" type="pres">
      <dgm:prSet presAssocID="{E01AEC69-20D8-41EA-A48A-3030ED21A002}" presName="tx1" presStyleLbl="revTx" presStyleIdx="1" presStyleCnt="7"/>
      <dgm:spPr/>
    </dgm:pt>
    <dgm:pt modelId="{3FC0A1C6-22DC-4D7D-AF1E-5F89B7B010EB}" type="pres">
      <dgm:prSet presAssocID="{E01AEC69-20D8-41EA-A48A-3030ED21A002}" presName="vert1" presStyleCnt="0"/>
      <dgm:spPr/>
    </dgm:pt>
    <dgm:pt modelId="{4A187F1B-AAC2-4A49-83E2-3B1E9B2170F0}" type="pres">
      <dgm:prSet presAssocID="{D9A3352D-0413-489B-9655-7FD43799B43A}" presName="thickLine" presStyleLbl="alignNode1" presStyleIdx="2" presStyleCnt="7"/>
      <dgm:spPr/>
    </dgm:pt>
    <dgm:pt modelId="{60176009-0154-4646-82A7-B4AAB960F039}" type="pres">
      <dgm:prSet presAssocID="{D9A3352D-0413-489B-9655-7FD43799B43A}" presName="horz1" presStyleCnt="0"/>
      <dgm:spPr/>
    </dgm:pt>
    <dgm:pt modelId="{AC75BE05-5BEE-430E-A48F-B5B0E085030E}" type="pres">
      <dgm:prSet presAssocID="{D9A3352D-0413-489B-9655-7FD43799B43A}" presName="tx1" presStyleLbl="revTx" presStyleIdx="2" presStyleCnt="7"/>
      <dgm:spPr/>
    </dgm:pt>
    <dgm:pt modelId="{E8EB3710-5079-46DE-9843-637E264CAE16}" type="pres">
      <dgm:prSet presAssocID="{D9A3352D-0413-489B-9655-7FD43799B43A}" presName="vert1" presStyleCnt="0"/>
      <dgm:spPr/>
    </dgm:pt>
    <dgm:pt modelId="{B2E658A1-556A-49B3-8E06-E00E81BE2E0A}" type="pres">
      <dgm:prSet presAssocID="{D38BBF44-23B2-4122-875A-45CCE0F833AD}" presName="thickLine" presStyleLbl="alignNode1" presStyleIdx="3" presStyleCnt="7"/>
      <dgm:spPr/>
    </dgm:pt>
    <dgm:pt modelId="{1286CDF0-6499-42CB-B277-D6252AAA005D}" type="pres">
      <dgm:prSet presAssocID="{D38BBF44-23B2-4122-875A-45CCE0F833AD}" presName="horz1" presStyleCnt="0"/>
      <dgm:spPr/>
    </dgm:pt>
    <dgm:pt modelId="{6F857FB6-9649-41BE-A1AE-5F4C2F249AC9}" type="pres">
      <dgm:prSet presAssocID="{D38BBF44-23B2-4122-875A-45CCE0F833AD}" presName="tx1" presStyleLbl="revTx" presStyleIdx="3" presStyleCnt="7"/>
      <dgm:spPr/>
    </dgm:pt>
    <dgm:pt modelId="{2482F88C-A2EF-4673-AD75-3F86A6AA6D1B}" type="pres">
      <dgm:prSet presAssocID="{D38BBF44-23B2-4122-875A-45CCE0F833AD}" presName="vert1" presStyleCnt="0"/>
      <dgm:spPr/>
    </dgm:pt>
    <dgm:pt modelId="{E6D603E5-42B7-4F44-86A6-991B0345443B}" type="pres">
      <dgm:prSet presAssocID="{14400409-0BF8-4AD2-B857-EAAED4D12D3C}" presName="thickLine" presStyleLbl="alignNode1" presStyleIdx="4" presStyleCnt="7"/>
      <dgm:spPr/>
    </dgm:pt>
    <dgm:pt modelId="{89813427-0A45-4D17-9386-A4D002200A59}" type="pres">
      <dgm:prSet presAssocID="{14400409-0BF8-4AD2-B857-EAAED4D12D3C}" presName="horz1" presStyleCnt="0"/>
      <dgm:spPr/>
    </dgm:pt>
    <dgm:pt modelId="{3179A289-0C53-4468-9F3B-29DBA467EE10}" type="pres">
      <dgm:prSet presAssocID="{14400409-0BF8-4AD2-B857-EAAED4D12D3C}" presName="tx1" presStyleLbl="revTx" presStyleIdx="4" presStyleCnt="7"/>
      <dgm:spPr/>
    </dgm:pt>
    <dgm:pt modelId="{F87ED43A-ABC9-4283-A1CB-DE35FB77B7C3}" type="pres">
      <dgm:prSet presAssocID="{14400409-0BF8-4AD2-B857-EAAED4D12D3C}" presName="vert1" presStyleCnt="0"/>
      <dgm:spPr/>
    </dgm:pt>
    <dgm:pt modelId="{570E0AD6-E4B9-476D-8B4A-B43A95C70494}" type="pres">
      <dgm:prSet presAssocID="{A575676B-78E2-49C9-8917-C583B10BCE71}" presName="thickLine" presStyleLbl="alignNode1" presStyleIdx="5" presStyleCnt="7"/>
      <dgm:spPr/>
    </dgm:pt>
    <dgm:pt modelId="{59189D37-3A8A-4D47-9DC5-55083602FF72}" type="pres">
      <dgm:prSet presAssocID="{A575676B-78E2-49C9-8917-C583B10BCE71}" presName="horz1" presStyleCnt="0"/>
      <dgm:spPr/>
    </dgm:pt>
    <dgm:pt modelId="{86C7A510-8A63-438A-8933-0E06EC1AD9CD}" type="pres">
      <dgm:prSet presAssocID="{A575676B-78E2-49C9-8917-C583B10BCE71}" presName="tx1" presStyleLbl="revTx" presStyleIdx="5" presStyleCnt="7"/>
      <dgm:spPr/>
    </dgm:pt>
    <dgm:pt modelId="{1E51924D-C234-40A5-9A11-49F7D6D6A3E0}" type="pres">
      <dgm:prSet presAssocID="{A575676B-78E2-49C9-8917-C583B10BCE71}" presName="vert1" presStyleCnt="0"/>
      <dgm:spPr/>
    </dgm:pt>
    <dgm:pt modelId="{C29FA642-604C-4E29-B7CC-E5BBBFA04A6F}" type="pres">
      <dgm:prSet presAssocID="{A8A29D6D-F969-4E01-9602-77C463439CAE}" presName="thickLine" presStyleLbl="alignNode1" presStyleIdx="6" presStyleCnt="7"/>
      <dgm:spPr/>
    </dgm:pt>
    <dgm:pt modelId="{EDF3FA11-1AFE-4629-8F94-AEEF3032E234}" type="pres">
      <dgm:prSet presAssocID="{A8A29D6D-F969-4E01-9602-77C463439CAE}" presName="horz1" presStyleCnt="0"/>
      <dgm:spPr/>
    </dgm:pt>
    <dgm:pt modelId="{C5915D3C-6526-4CCE-B05F-9BBFBBBEAFDF}" type="pres">
      <dgm:prSet presAssocID="{A8A29D6D-F969-4E01-9602-77C463439CAE}" presName="tx1" presStyleLbl="revTx" presStyleIdx="6" presStyleCnt="7"/>
      <dgm:spPr/>
    </dgm:pt>
    <dgm:pt modelId="{7C8B2E2C-FD38-4638-8630-57A860452487}" type="pres">
      <dgm:prSet presAssocID="{A8A29D6D-F969-4E01-9602-77C463439CAE}" presName="vert1" presStyleCnt="0"/>
      <dgm:spPr/>
    </dgm:pt>
  </dgm:ptLst>
  <dgm:cxnLst>
    <dgm:cxn modelId="{6F118004-D7A1-495A-BCA4-13165D55AAFD}" type="presOf" srcId="{A575676B-78E2-49C9-8917-C583B10BCE71}" destId="{86C7A510-8A63-438A-8933-0E06EC1AD9CD}" srcOrd="0" destOrd="0" presId="urn:microsoft.com/office/officeart/2008/layout/LinedList"/>
    <dgm:cxn modelId="{D07B261B-34B9-436E-ABE5-E88C280A809A}" srcId="{EC8F3D5D-7AB2-455D-A695-451C1534EC61}" destId="{A8A29D6D-F969-4E01-9602-77C463439CAE}" srcOrd="6" destOrd="0" parTransId="{ABC26990-29FB-4F26-B083-15A6D7A7282D}" sibTransId="{B7C357BD-1E0D-44CB-B590-D9DE447F84F0}"/>
    <dgm:cxn modelId="{1780554B-3DDF-4C5D-B8CE-00DB03F95904}" type="presOf" srcId="{A8A29D6D-F969-4E01-9602-77C463439CAE}" destId="{C5915D3C-6526-4CCE-B05F-9BBFBBBEAFDF}" srcOrd="0" destOrd="0" presId="urn:microsoft.com/office/officeart/2008/layout/LinedList"/>
    <dgm:cxn modelId="{340F6C72-E2ED-4D1E-A44E-1DC3C3F7D2E9}" srcId="{EC8F3D5D-7AB2-455D-A695-451C1534EC61}" destId="{CF83BEA6-998B-47A2-ABFF-F7C89CFE2460}" srcOrd="0" destOrd="0" parTransId="{974C04E9-82CC-4CEC-A516-919ABD4F8E12}" sibTransId="{6840294B-7A09-4030-A6BF-98B3FDF90F82}"/>
    <dgm:cxn modelId="{F5018C87-0CF4-4038-B8EB-4EB7417AA834}" srcId="{EC8F3D5D-7AB2-455D-A695-451C1534EC61}" destId="{14400409-0BF8-4AD2-B857-EAAED4D12D3C}" srcOrd="4" destOrd="0" parTransId="{4BA37B65-E8BB-4CD3-BCFD-C32E9727BEC1}" sibTransId="{0BE44D08-9430-4E9A-AB95-9A8A64894FFC}"/>
    <dgm:cxn modelId="{82871492-94A8-45CF-AB4F-214F94F7B0CA}" type="presOf" srcId="{E01AEC69-20D8-41EA-A48A-3030ED21A002}" destId="{914300FA-9694-43F8-9248-600BBB9B0AEE}" srcOrd="0" destOrd="0" presId="urn:microsoft.com/office/officeart/2008/layout/LinedList"/>
    <dgm:cxn modelId="{552DDEB4-855C-4A8D-BD2A-CD137A6002BF}" srcId="{EC8F3D5D-7AB2-455D-A695-451C1534EC61}" destId="{E01AEC69-20D8-41EA-A48A-3030ED21A002}" srcOrd="1" destOrd="0" parTransId="{482EF8AC-BB3D-4735-A70C-E6A6EBAD8229}" sibTransId="{8FC52857-1E81-4698-B16A-F873F37F6E39}"/>
    <dgm:cxn modelId="{B34D29B9-DF31-429E-86E5-6F412898EDBF}" type="presOf" srcId="{CF83BEA6-998B-47A2-ABFF-F7C89CFE2460}" destId="{60C2473B-3E49-4E43-8910-7A2598650117}" srcOrd="0" destOrd="0" presId="urn:microsoft.com/office/officeart/2008/layout/LinedList"/>
    <dgm:cxn modelId="{836650D0-9076-44B6-8BF3-691A9E56CA1D}" type="presOf" srcId="{14400409-0BF8-4AD2-B857-EAAED4D12D3C}" destId="{3179A289-0C53-4468-9F3B-29DBA467EE10}" srcOrd="0" destOrd="0" presId="urn:microsoft.com/office/officeart/2008/layout/LinedList"/>
    <dgm:cxn modelId="{C533B7D1-9F32-408F-A860-245272D0CD81}" type="presOf" srcId="{EC8F3D5D-7AB2-455D-A695-451C1534EC61}" destId="{8D535CA3-44F7-417F-B068-23C9BB39BA7A}" srcOrd="0" destOrd="0" presId="urn:microsoft.com/office/officeart/2008/layout/LinedList"/>
    <dgm:cxn modelId="{D8EE56D3-B3A0-4DF8-861C-C7D1273A34BF}" srcId="{EC8F3D5D-7AB2-455D-A695-451C1534EC61}" destId="{D9A3352D-0413-489B-9655-7FD43799B43A}" srcOrd="2" destOrd="0" parTransId="{43D22101-A468-413A-BB4E-C263CEBB193A}" sibTransId="{9BCB6D8D-BA75-4D10-97F9-699BFB4B70CC}"/>
    <dgm:cxn modelId="{CFAA15E1-4462-4807-A09A-DE68DA68D29B}" srcId="{EC8F3D5D-7AB2-455D-A695-451C1534EC61}" destId="{D38BBF44-23B2-4122-875A-45CCE0F833AD}" srcOrd="3" destOrd="0" parTransId="{66325CFD-A231-4953-A86E-79F45AD0A29C}" sibTransId="{FEACAFC6-0632-4CD3-8D5B-CA85F9F015ED}"/>
    <dgm:cxn modelId="{175570E7-F52D-49B8-A09D-869EFFFDDD6D}" srcId="{EC8F3D5D-7AB2-455D-A695-451C1534EC61}" destId="{A575676B-78E2-49C9-8917-C583B10BCE71}" srcOrd="5" destOrd="0" parTransId="{427DC748-B794-416D-B605-537C96E2CB45}" sibTransId="{FFB20C36-BFD5-4C6F-B87D-A2D433CFF4B4}"/>
    <dgm:cxn modelId="{A46A6BEA-336A-471D-AED4-F664E7C6574D}" type="presOf" srcId="{D38BBF44-23B2-4122-875A-45CCE0F833AD}" destId="{6F857FB6-9649-41BE-A1AE-5F4C2F249AC9}" srcOrd="0" destOrd="0" presId="urn:microsoft.com/office/officeart/2008/layout/LinedList"/>
    <dgm:cxn modelId="{AE060BFD-404B-41FA-BA53-378ED3DEDBCF}" type="presOf" srcId="{D9A3352D-0413-489B-9655-7FD43799B43A}" destId="{AC75BE05-5BEE-430E-A48F-B5B0E085030E}" srcOrd="0" destOrd="0" presId="urn:microsoft.com/office/officeart/2008/layout/LinedList"/>
    <dgm:cxn modelId="{62B8A5BA-4A03-4B66-B41D-72BB4D2833B5}" type="presParOf" srcId="{8D535CA3-44F7-417F-B068-23C9BB39BA7A}" destId="{8C587440-7683-4F56-82CB-3DB041D3445E}" srcOrd="0" destOrd="0" presId="urn:microsoft.com/office/officeart/2008/layout/LinedList"/>
    <dgm:cxn modelId="{0858EB76-76FF-4B6C-8C58-FC914E9FD4D5}" type="presParOf" srcId="{8D535CA3-44F7-417F-B068-23C9BB39BA7A}" destId="{DEFA39C7-00FB-47FC-AAC3-27D7A6C7A3E5}" srcOrd="1" destOrd="0" presId="urn:microsoft.com/office/officeart/2008/layout/LinedList"/>
    <dgm:cxn modelId="{58B005E1-0AD6-4CF6-B857-3899E66998BD}" type="presParOf" srcId="{DEFA39C7-00FB-47FC-AAC3-27D7A6C7A3E5}" destId="{60C2473B-3E49-4E43-8910-7A2598650117}" srcOrd="0" destOrd="0" presId="urn:microsoft.com/office/officeart/2008/layout/LinedList"/>
    <dgm:cxn modelId="{5B4B350B-30D8-49D9-8AE3-10288C8309FB}" type="presParOf" srcId="{DEFA39C7-00FB-47FC-AAC3-27D7A6C7A3E5}" destId="{CA84C29A-2306-492A-A115-850276BA7500}" srcOrd="1" destOrd="0" presId="urn:microsoft.com/office/officeart/2008/layout/LinedList"/>
    <dgm:cxn modelId="{30687E21-3543-45C4-97DC-1EDD3A62A661}" type="presParOf" srcId="{8D535CA3-44F7-417F-B068-23C9BB39BA7A}" destId="{3CCE51EC-DE65-4EF7-A3D1-209C7C300D76}" srcOrd="2" destOrd="0" presId="urn:microsoft.com/office/officeart/2008/layout/LinedList"/>
    <dgm:cxn modelId="{86B45751-00B5-4337-B510-D60279370296}" type="presParOf" srcId="{8D535CA3-44F7-417F-B068-23C9BB39BA7A}" destId="{1FC1F39E-BCAE-4384-8642-6D25A17497DA}" srcOrd="3" destOrd="0" presId="urn:microsoft.com/office/officeart/2008/layout/LinedList"/>
    <dgm:cxn modelId="{B3122FC1-D1E7-4517-8555-0782FA02BBED}" type="presParOf" srcId="{1FC1F39E-BCAE-4384-8642-6D25A17497DA}" destId="{914300FA-9694-43F8-9248-600BBB9B0AEE}" srcOrd="0" destOrd="0" presId="urn:microsoft.com/office/officeart/2008/layout/LinedList"/>
    <dgm:cxn modelId="{9DC54AE6-FF57-4EA1-A87D-3D725CE7EA19}" type="presParOf" srcId="{1FC1F39E-BCAE-4384-8642-6D25A17497DA}" destId="{3FC0A1C6-22DC-4D7D-AF1E-5F89B7B010EB}" srcOrd="1" destOrd="0" presId="urn:microsoft.com/office/officeart/2008/layout/LinedList"/>
    <dgm:cxn modelId="{144466C3-6093-42A4-9681-4BE5FDF22A37}" type="presParOf" srcId="{8D535CA3-44F7-417F-B068-23C9BB39BA7A}" destId="{4A187F1B-AAC2-4A49-83E2-3B1E9B2170F0}" srcOrd="4" destOrd="0" presId="urn:microsoft.com/office/officeart/2008/layout/LinedList"/>
    <dgm:cxn modelId="{86151666-0367-4376-B1C1-E7F9F042BEF0}" type="presParOf" srcId="{8D535CA3-44F7-417F-B068-23C9BB39BA7A}" destId="{60176009-0154-4646-82A7-B4AAB960F039}" srcOrd="5" destOrd="0" presId="urn:microsoft.com/office/officeart/2008/layout/LinedList"/>
    <dgm:cxn modelId="{0DB0E1D9-E0BC-4A31-882F-F231F069E82E}" type="presParOf" srcId="{60176009-0154-4646-82A7-B4AAB960F039}" destId="{AC75BE05-5BEE-430E-A48F-B5B0E085030E}" srcOrd="0" destOrd="0" presId="urn:microsoft.com/office/officeart/2008/layout/LinedList"/>
    <dgm:cxn modelId="{E07472DF-8F4D-43AB-9539-5AB34FA5862B}" type="presParOf" srcId="{60176009-0154-4646-82A7-B4AAB960F039}" destId="{E8EB3710-5079-46DE-9843-637E264CAE16}" srcOrd="1" destOrd="0" presId="urn:microsoft.com/office/officeart/2008/layout/LinedList"/>
    <dgm:cxn modelId="{060E90F4-2D60-4DC8-9B77-1F983E5DE060}" type="presParOf" srcId="{8D535CA3-44F7-417F-B068-23C9BB39BA7A}" destId="{B2E658A1-556A-49B3-8E06-E00E81BE2E0A}" srcOrd="6" destOrd="0" presId="urn:microsoft.com/office/officeart/2008/layout/LinedList"/>
    <dgm:cxn modelId="{F880BFA4-FEBC-4CAE-A94A-43A8A56A08C7}" type="presParOf" srcId="{8D535CA3-44F7-417F-B068-23C9BB39BA7A}" destId="{1286CDF0-6499-42CB-B277-D6252AAA005D}" srcOrd="7" destOrd="0" presId="urn:microsoft.com/office/officeart/2008/layout/LinedList"/>
    <dgm:cxn modelId="{AFD0BF06-9BE2-4312-8905-1498444D0ABB}" type="presParOf" srcId="{1286CDF0-6499-42CB-B277-D6252AAA005D}" destId="{6F857FB6-9649-41BE-A1AE-5F4C2F249AC9}" srcOrd="0" destOrd="0" presId="urn:microsoft.com/office/officeart/2008/layout/LinedList"/>
    <dgm:cxn modelId="{182A856F-4C54-4B07-B1F3-779B445D299F}" type="presParOf" srcId="{1286CDF0-6499-42CB-B277-D6252AAA005D}" destId="{2482F88C-A2EF-4673-AD75-3F86A6AA6D1B}" srcOrd="1" destOrd="0" presId="urn:microsoft.com/office/officeart/2008/layout/LinedList"/>
    <dgm:cxn modelId="{F95574A8-8274-4BBF-A159-0A005A730A9B}" type="presParOf" srcId="{8D535CA3-44F7-417F-B068-23C9BB39BA7A}" destId="{E6D603E5-42B7-4F44-86A6-991B0345443B}" srcOrd="8" destOrd="0" presId="urn:microsoft.com/office/officeart/2008/layout/LinedList"/>
    <dgm:cxn modelId="{A67E0B7A-CAD3-41B4-A859-D269320B4FD5}" type="presParOf" srcId="{8D535CA3-44F7-417F-B068-23C9BB39BA7A}" destId="{89813427-0A45-4D17-9386-A4D002200A59}" srcOrd="9" destOrd="0" presId="urn:microsoft.com/office/officeart/2008/layout/LinedList"/>
    <dgm:cxn modelId="{351859E6-84B9-45EE-A5FD-72BFF6B38D15}" type="presParOf" srcId="{89813427-0A45-4D17-9386-A4D002200A59}" destId="{3179A289-0C53-4468-9F3B-29DBA467EE10}" srcOrd="0" destOrd="0" presId="urn:microsoft.com/office/officeart/2008/layout/LinedList"/>
    <dgm:cxn modelId="{07755503-3DCE-4B08-947A-AEC835D803A6}" type="presParOf" srcId="{89813427-0A45-4D17-9386-A4D002200A59}" destId="{F87ED43A-ABC9-4283-A1CB-DE35FB77B7C3}" srcOrd="1" destOrd="0" presId="urn:microsoft.com/office/officeart/2008/layout/LinedList"/>
    <dgm:cxn modelId="{9AD8413B-C398-4883-BEED-1696FC3CD615}" type="presParOf" srcId="{8D535CA3-44F7-417F-B068-23C9BB39BA7A}" destId="{570E0AD6-E4B9-476D-8B4A-B43A95C70494}" srcOrd="10" destOrd="0" presId="urn:microsoft.com/office/officeart/2008/layout/LinedList"/>
    <dgm:cxn modelId="{120F2B59-7654-4D8B-A53B-AB60FFF71058}" type="presParOf" srcId="{8D535CA3-44F7-417F-B068-23C9BB39BA7A}" destId="{59189D37-3A8A-4D47-9DC5-55083602FF72}" srcOrd="11" destOrd="0" presId="urn:microsoft.com/office/officeart/2008/layout/LinedList"/>
    <dgm:cxn modelId="{F29A86FF-CC44-45A9-975F-D1D108EB2057}" type="presParOf" srcId="{59189D37-3A8A-4D47-9DC5-55083602FF72}" destId="{86C7A510-8A63-438A-8933-0E06EC1AD9CD}" srcOrd="0" destOrd="0" presId="urn:microsoft.com/office/officeart/2008/layout/LinedList"/>
    <dgm:cxn modelId="{D6428FBB-FD2B-4332-ACE3-079BFD0AB7DF}" type="presParOf" srcId="{59189D37-3A8A-4D47-9DC5-55083602FF72}" destId="{1E51924D-C234-40A5-9A11-49F7D6D6A3E0}" srcOrd="1" destOrd="0" presId="urn:microsoft.com/office/officeart/2008/layout/LinedList"/>
    <dgm:cxn modelId="{66EE3D3A-DDC3-4F8D-8978-68BA0156907D}" type="presParOf" srcId="{8D535CA3-44F7-417F-B068-23C9BB39BA7A}" destId="{C29FA642-604C-4E29-B7CC-E5BBBFA04A6F}" srcOrd="12" destOrd="0" presId="urn:microsoft.com/office/officeart/2008/layout/LinedList"/>
    <dgm:cxn modelId="{C2D727C8-1E77-48BD-9A3A-279307D96F51}" type="presParOf" srcId="{8D535CA3-44F7-417F-B068-23C9BB39BA7A}" destId="{EDF3FA11-1AFE-4629-8F94-AEEF3032E234}" srcOrd="13" destOrd="0" presId="urn:microsoft.com/office/officeart/2008/layout/LinedList"/>
    <dgm:cxn modelId="{BB5A25F9-AE19-4B0C-867F-AAC224D15495}" type="presParOf" srcId="{EDF3FA11-1AFE-4629-8F94-AEEF3032E234}" destId="{C5915D3C-6526-4CCE-B05F-9BBFBBBEAFDF}" srcOrd="0" destOrd="0" presId="urn:microsoft.com/office/officeart/2008/layout/LinedList"/>
    <dgm:cxn modelId="{051A1772-8E8C-4A50-8C77-FB02A4533754}" type="presParOf" srcId="{EDF3FA11-1AFE-4629-8F94-AEEF3032E234}" destId="{7C8B2E2C-FD38-4638-8630-57A86045248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B43CBA-9839-453F-BDCC-DDF23C93F6A4}"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3C8A73EC-A9F9-4051-BA3A-FC91E3893FE4}">
      <dgm:prSet/>
      <dgm:spPr/>
      <dgm:t>
        <a:bodyPr/>
        <a:lstStyle/>
        <a:p>
          <a:r>
            <a:rPr lang="en-US"/>
            <a:t>Work for both regression and classification.</a:t>
          </a:r>
        </a:p>
      </dgm:t>
    </dgm:pt>
    <dgm:pt modelId="{B4EF050B-2D62-454D-86A6-74AC6F9F6884}" type="parTrans" cxnId="{ABDDC1CC-4064-4246-A3C1-C2BDC00FF29A}">
      <dgm:prSet/>
      <dgm:spPr/>
      <dgm:t>
        <a:bodyPr/>
        <a:lstStyle/>
        <a:p>
          <a:endParaRPr lang="en-US"/>
        </a:p>
      </dgm:t>
    </dgm:pt>
    <dgm:pt modelId="{0B8353B2-1AC5-4F10-97E5-EC2896C4D4F5}" type="sibTrans" cxnId="{ABDDC1CC-4064-4246-A3C1-C2BDC00FF29A}">
      <dgm:prSet/>
      <dgm:spPr/>
      <dgm:t>
        <a:bodyPr/>
        <a:lstStyle/>
        <a:p>
          <a:endParaRPr lang="en-US"/>
        </a:p>
      </dgm:t>
    </dgm:pt>
    <dgm:pt modelId="{8551FB13-94AA-48CA-A156-98B5148891AD}">
      <dgm:prSet/>
      <dgm:spPr/>
      <dgm:t>
        <a:bodyPr/>
        <a:lstStyle/>
        <a:p>
          <a:r>
            <a:rPr lang="en-US"/>
            <a:t>Work well on clean data but sensitive to noise &amp; Outliers</a:t>
          </a:r>
        </a:p>
      </dgm:t>
    </dgm:pt>
    <dgm:pt modelId="{94238767-D644-44B6-8CEE-392D510B582F}" type="parTrans" cxnId="{8C2C0090-EFDC-427C-9FEA-B23B307197EC}">
      <dgm:prSet/>
      <dgm:spPr/>
      <dgm:t>
        <a:bodyPr/>
        <a:lstStyle/>
        <a:p>
          <a:endParaRPr lang="en-US"/>
        </a:p>
      </dgm:t>
    </dgm:pt>
    <dgm:pt modelId="{87DF3D1A-3974-41E5-BED3-D028A6F6D150}" type="sibTrans" cxnId="{8C2C0090-EFDC-427C-9FEA-B23B307197EC}">
      <dgm:prSet/>
      <dgm:spPr/>
      <dgm:t>
        <a:bodyPr/>
        <a:lstStyle/>
        <a:p>
          <a:endParaRPr lang="en-US"/>
        </a:p>
      </dgm:t>
    </dgm:pt>
    <dgm:pt modelId="{FF22C187-F166-4EF6-ABD9-116B19F79054}">
      <dgm:prSet/>
      <dgm:spPr/>
      <dgm:t>
        <a:bodyPr/>
        <a:lstStyle/>
        <a:p>
          <a:r>
            <a:rPr lang="en-US"/>
            <a:t>Work exponential weight updates based on prediction error.</a:t>
          </a:r>
        </a:p>
      </dgm:t>
    </dgm:pt>
    <dgm:pt modelId="{E3429686-6D02-4D37-8C6D-A1B603E0AF23}" type="parTrans" cxnId="{E1C62714-D48B-4E2C-BC94-B479E5A9CD3F}">
      <dgm:prSet/>
      <dgm:spPr/>
      <dgm:t>
        <a:bodyPr/>
        <a:lstStyle/>
        <a:p>
          <a:endParaRPr lang="en-US"/>
        </a:p>
      </dgm:t>
    </dgm:pt>
    <dgm:pt modelId="{4B664309-101D-4354-A21F-B3425832C654}" type="sibTrans" cxnId="{E1C62714-D48B-4E2C-BC94-B479E5A9CD3F}">
      <dgm:prSet/>
      <dgm:spPr/>
      <dgm:t>
        <a:bodyPr/>
        <a:lstStyle/>
        <a:p>
          <a:endParaRPr lang="en-US"/>
        </a:p>
      </dgm:t>
    </dgm:pt>
    <dgm:pt modelId="{9B2A973E-F0E9-4FAC-B5A5-6497F0E54F71}" type="pres">
      <dgm:prSet presAssocID="{FAB43CBA-9839-453F-BDCC-DDF23C93F6A4}" presName="vert0" presStyleCnt="0">
        <dgm:presLayoutVars>
          <dgm:dir/>
          <dgm:animOne val="branch"/>
          <dgm:animLvl val="lvl"/>
        </dgm:presLayoutVars>
      </dgm:prSet>
      <dgm:spPr/>
    </dgm:pt>
    <dgm:pt modelId="{BCB12380-F5D7-4980-ABF5-B394FF97D70F}" type="pres">
      <dgm:prSet presAssocID="{3C8A73EC-A9F9-4051-BA3A-FC91E3893FE4}" presName="thickLine" presStyleLbl="alignNode1" presStyleIdx="0" presStyleCnt="3"/>
      <dgm:spPr/>
    </dgm:pt>
    <dgm:pt modelId="{5A82C51E-9334-446B-8C05-9661424A770A}" type="pres">
      <dgm:prSet presAssocID="{3C8A73EC-A9F9-4051-BA3A-FC91E3893FE4}" presName="horz1" presStyleCnt="0"/>
      <dgm:spPr/>
    </dgm:pt>
    <dgm:pt modelId="{A38EC4DA-8599-4038-A51A-DF95C071875A}" type="pres">
      <dgm:prSet presAssocID="{3C8A73EC-A9F9-4051-BA3A-FC91E3893FE4}" presName="tx1" presStyleLbl="revTx" presStyleIdx="0" presStyleCnt="3"/>
      <dgm:spPr/>
    </dgm:pt>
    <dgm:pt modelId="{F45FADE6-1FF8-48EA-935C-BE9CA131531B}" type="pres">
      <dgm:prSet presAssocID="{3C8A73EC-A9F9-4051-BA3A-FC91E3893FE4}" presName="vert1" presStyleCnt="0"/>
      <dgm:spPr/>
    </dgm:pt>
    <dgm:pt modelId="{BCBDE1E1-E8AB-4ED3-96E1-EBB27717435A}" type="pres">
      <dgm:prSet presAssocID="{8551FB13-94AA-48CA-A156-98B5148891AD}" presName="thickLine" presStyleLbl="alignNode1" presStyleIdx="1" presStyleCnt="3"/>
      <dgm:spPr/>
    </dgm:pt>
    <dgm:pt modelId="{D2B4F4B8-ABBE-480D-9E3C-3ADB3ACE3991}" type="pres">
      <dgm:prSet presAssocID="{8551FB13-94AA-48CA-A156-98B5148891AD}" presName="horz1" presStyleCnt="0"/>
      <dgm:spPr/>
    </dgm:pt>
    <dgm:pt modelId="{6622B93C-53E6-4868-9668-CDD56B8583F4}" type="pres">
      <dgm:prSet presAssocID="{8551FB13-94AA-48CA-A156-98B5148891AD}" presName="tx1" presStyleLbl="revTx" presStyleIdx="1" presStyleCnt="3"/>
      <dgm:spPr/>
    </dgm:pt>
    <dgm:pt modelId="{256D80B0-BBAC-497E-9ECD-1AC29306CFC3}" type="pres">
      <dgm:prSet presAssocID="{8551FB13-94AA-48CA-A156-98B5148891AD}" presName="vert1" presStyleCnt="0"/>
      <dgm:spPr/>
    </dgm:pt>
    <dgm:pt modelId="{B993B4EE-F76F-4E46-988F-D3C8118D86D5}" type="pres">
      <dgm:prSet presAssocID="{FF22C187-F166-4EF6-ABD9-116B19F79054}" presName="thickLine" presStyleLbl="alignNode1" presStyleIdx="2" presStyleCnt="3"/>
      <dgm:spPr/>
    </dgm:pt>
    <dgm:pt modelId="{9BEE9793-B808-4C25-A9C9-00271A2CF5CC}" type="pres">
      <dgm:prSet presAssocID="{FF22C187-F166-4EF6-ABD9-116B19F79054}" presName="horz1" presStyleCnt="0"/>
      <dgm:spPr/>
    </dgm:pt>
    <dgm:pt modelId="{32666552-95C9-4CFD-A754-3122366AB0DA}" type="pres">
      <dgm:prSet presAssocID="{FF22C187-F166-4EF6-ABD9-116B19F79054}" presName="tx1" presStyleLbl="revTx" presStyleIdx="2" presStyleCnt="3"/>
      <dgm:spPr/>
    </dgm:pt>
    <dgm:pt modelId="{592CF6BC-B858-49C0-BB49-99E1C2E07DF9}" type="pres">
      <dgm:prSet presAssocID="{FF22C187-F166-4EF6-ABD9-116B19F79054}" presName="vert1" presStyleCnt="0"/>
      <dgm:spPr/>
    </dgm:pt>
  </dgm:ptLst>
  <dgm:cxnLst>
    <dgm:cxn modelId="{E1C62714-D48B-4E2C-BC94-B479E5A9CD3F}" srcId="{FAB43CBA-9839-453F-BDCC-DDF23C93F6A4}" destId="{FF22C187-F166-4EF6-ABD9-116B19F79054}" srcOrd="2" destOrd="0" parTransId="{E3429686-6D02-4D37-8C6D-A1B603E0AF23}" sibTransId="{4B664309-101D-4354-A21F-B3425832C654}"/>
    <dgm:cxn modelId="{AB43AE37-D5C1-4B74-91A9-7916305AA31E}" type="presOf" srcId="{FAB43CBA-9839-453F-BDCC-DDF23C93F6A4}" destId="{9B2A973E-F0E9-4FAC-B5A5-6497F0E54F71}" srcOrd="0" destOrd="0" presId="urn:microsoft.com/office/officeart/2008/layout/LinedList"/>
    <dgm:cxn modelId="{EF0CEA4F-F922-40A6-A2DD-CD342A579F2A}" type="presOf" srcId="{8551FB13-94AA-48CA-A156-98B5148891AD}" destId="{6622B93C-53E6-4868-9668-CDD56B8583F4}" srcOrd="0" destOrd="0" presId="urn:microsoft.com/office/officeart/2008/layout/LinedList"/>
    <dgm:cxn modelId="{EE27777B-A7E2-4E68-8625-D3CE8061CBF5}" type="presOf" srcId="{3C8A73EC-A9F9-4051-BA3A-FC91E3893FE4}" destId="{A38EC4DA-8599-4038-A51A-DF95C071875A}" srcOrd="0" destOrd="0" presId="urn:microsoft.com/office/officeart/2008/layout/LinedList"/>
    <dgm:cxn modelId="{DBA6CF7B-7129-41DC-9C89-8AB67FABFE67}" type="presOf" srcId="{FF22C187-F166-4EF6-ABD9-116B19F79054}" destId="{32666552-95C9-4CFD-A754-3122366AB0DA}" srcOrd="0" destOrd="0" presId="urn:microsoft.com/office/officeart/2008/layout/LinedList"/>
    <dgm:cxn modelId="{8C2C0090-EFDC-427C-9FEA-B23B307197EC}" srcId="{FAB43CBA-9839-453F-BDCC-DDF23C93F6A4}" destId="{8551FB13-94AA-48CA-A156-98B5148891AD}" srcOrd="1" destOrd="0" parTransId="{94238767-D644-44B6-8CEE-392D510B582F}" sibTransId="{87DF3D1A-3974-41E5-BED3-D028A6F6D150}"/>
    <dgm:cxn modelId="{ABDDC1CC-4064-4246-A3C1-C2BDC00FF29A}" srcId="{FAB43CBA-9839-453F-BDCC-DDF23C93F6A4}" destId="{3C8A73EC-A9F9-4051-BA3A-FC91E3893FE4}" srcOrd="0" destOrd="0" parTransId="{B4EF050B-2D62-454D-86A6-74AC6F9F6884}" sibTransId="{0B8353B2-1AC5-4F10-97E5-EC2896C4D4F5}"/>
    <dgm:cxn modelId="{A0A7A824-E220-4740-9DF4-C6DB0352BE6B}" type="presParOf" srcId="{9B2A973E-F0E9-4FAC-B5A5-6497F0E54F71}" destId="{BCB12380-F5D7-4980-ABF5-B394FF97D70F}" srcOrd="0" destOrd="0" presId="urn:microsoft.com/office/officeart/2008/layout/LinedList"/>
    <dgm:cxn modelId="{BCC92501-40BE-4DA9-B71B-766C448BDD66}" type="presParOf" srcId="{9B2A973E-F0E9-4FAC-B5A5-6497F0E54F71}" destId="{5A82C51E-9334-446B-8C05-9661424A770A}" srcOrd="1" destOrd="0" presId="urn:microsoft.com/office/officeart/2008/layout/LinedList"/>
    <dgm:cxn modelId="{457AC883-682F-42E2-9102-FB2E5E0CD804}" type="presParOf" srcId="{5A82C51E-9334-446B-8C05-9661424A770A}" destId="{A38EC4DA-8599-4038-A51A-DF95C071875A}" srcOrd="0" destOrd="0" presId="urn:microsoft.com/office/officeart/2008/layout/LinedList"/>
    <dgm:cxn modelId="{928A3FB7-76A2-47BD-924B-AEE0FE201BE9}" type="presParOf" srcId="{5A82C51E-9334-446B-8C05-9661424A770A}" destId="{F45FADE6-1FF8-48EA-935C-BE9CA131531B}" srcOrd="1" destOrd="0" presId="urn:microsoft.com/office/officeart/2008/layout/LinedList"/>
    <dgm:cxn modelId="{B5EC56DA-5C87-44BD-8883-3AA9AB5D0EC9}" type="presParOf" srcId="{9B2A973E-F0E9-4FAC-B5A5-6497F0E54F71}" destId="{BCBDE1E1-E8AB-4ED3-96E1-EBB27717435A}" srcOrd="2" destOrd="0" presId="urn:microsoft.com/office/officeart/2008/layout/LinedList"/>
    <dgm:cxn modelId="{F0B7C41A-96EA-4AA0-812F-1DCFFCA5E167}" type="presParOf" srcId="{9B2A973E-F0E9-4FAC-B5A5-6497F0E54F71}" destId="{D2B4F4B8-ABBE-480D-9E3C-3ADB3ACE3991}" srcOrd="3" destOrd="0" presId="urn:microsoft.com/office/officeart/2008/layout/LinedList"/>
    <dgm:cxn modelId="{4F33B032-7E94-4BBD-9989-87238589A4C0}" type="presParOf" srcId="{D2B4F4B8-ABBE-480D-9E3C-3ADB3ACE3991}" destId="{6622B93C-53E6-4868-9668-CDD56B8583F4}" srcOrd="0" destOrd="0" presId="urn:microsoft.com/office/officeart/2008/layout/LinedList"/>
    <dgm:cxn modelId="{BE434DAB-BF44-4BCA-90C5-86B803623FF1}" type="presParOf" srcId="{D2B4F4B8-ABBE-480D-9E3C-3ADB3ACE3991}" destId="{256D80B0-BBAC-497E-9ECD-1AC29306CFC3}" srcOrd="1" destOrd="0" presId="urn:microsoft.com/office/officeart/2008/layout/LinedList"/>
    <dgm:cxn modelId="{F2711BEA-8578-4A39-89B4-556C4F014D42}" type="presParOf" srcId="{9B2A973E-F0E9-4FAC-B5A5-6497F0E54F71}" destId="{B993B4EE-F76F-4E46-988F-D3C8118D86D5}" srcOrd="4" destOrd="0" presId="urn:microsoft.com/office/officeart/2008/layout/LinedList"/>
    <dgm:cxn modelId="{76F987E1-9476-467F-BDC0-2455DDE3D791}" type="presParOf" srcId="{9B2A973E-F0E9-4FAC-B5A5-6497F0E54F71}" destId="{9BEE9793-B808-4C25-A9C9-00271A2CF5CC}" srcOrd="5" destOrd="0" presId="urn:microsoft.com/office/officeart/2008/layout/LinedList"/>
    <dgm:cxn modelId="{05744EA4-53A4-4A82-8709-83266EBD09EE}" type="presParOf" srcId="{9BEE9793-B808-4C25-A9C9-00271A2CF5CC}" destId="{32666552-95C9-4CFD-A754-3122366AB0DA}" srcOrd="0" destOrd="0" presId="urn:microsoft.com/office/officeart/2008/layout/LinedList"/>
    <dgm:cxn modelId="{2683234B-C768-48B6-AE30-7F4769173228}" type="presParOf" srcId="{9BEE9793-B808-4C25-A9C9-00271A2CF5CC}" destId="{592CF6BC-B858-49C0-BB49-99E1C2E07DF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DEB6BF-58BA-4B8F-B368-C93670C90471}"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2093A734-CFB6-4F34-934A-E2FC406B4EE2}">
      <dgm:prSet/>
      <dgm:spPr/>
      <dgm:t>
        <a:bodyPr/>
        <a:lstStyle/>
        <a:p>
          <a:r>
            <a:rPr lang="en-US"/>
            <a:t>Main Idea:</a:t>
          </a:r>
        </a:p>
      </dgm:t>
    </dgm:pt>
    <dgm:pt modelId="{11CF9989-B12A-4B88-ADB5-2243E492B096}" type="parTrans" cxnId="{45DDD8DE-342B-472E-BC81-88B2EB64D32B}">
      <dgm:prSet/>
      <dgm:spPr/>
      <dgm:t>
        <a:bodyPr/>
        <a:lstStyle/>
        <a:p>
          <a:endParaRPr lang="en-US"/>
        </a:p>
      </dgm:t>
    </dgm:pt>
    <dgm:pt modelId="{3ECBF292-981F-4511-AA48-40068F8026A7}" type="sibTrans" cxnId="{45DDD8DE-342B-472E-BC81-88B2EB64D32B}">
      <dgm:prSet/>
      <dgm:spPr/>
      <dgm:t>
        <a:bodyPr/>
        <a:lstStyle/>
        <a:p>
          <a:endParaRPr lang="en-US"/>
        </a:p>
      </dgm:t>
    </dgm:pt>
    <dgm:pt modelId="{8ABB61A5-C703-428F-BE73-EC50A1D2B39E}">
      <dgm:prSet/>
      <dgm:spPr/>
      <dgm:t>
        <a:bodyPr/>
        <a:lstStyle/>
        <a:p>
          <a:r>
            <a:rPr lang="en-US"/>
            <a:t>* Builds tree sequentially just like AdaBoost.</a:t>
          </a:r>
        </a:p>
      </dgm:t>
    </dgm:pt>
    <dgm:pt modelId="{91413D66-DEB5-4135-91A5-779629EECA43}" type="parTrans" cxnId="{89D8F2A3-5156-4852-856B-8049FD8B9B5E}">
      <dgm:prSet/>
      <dgm:spPr/>
      <dgm:t>
        <a:bodyPr/>
        <a:lstStyle/>
        <a:p>
          <a:endParaRPr lang="en-US"/>
        </a:p>
      </dgm:t>
    </dgm:pt>
    <dgm:pt modelId="{DB0233F0-2D87-4115-9EA5-069AE3A8D870}" type="sibTrans" cxnId="{89D8F2A3-5156-4852-856B-8049FD8B9B5E}">
      <dgm:prSet/>
      <dgm:spPr/>
      <dgm:t>
        <a:bodyPr/>
        <a:lstStyle/>
        <a:p>
          <a:endParaRPr lang="en-US"/>
        </a:p>
      </dgm:t>
    </dgm:pt>
    <dgm:pt modelId="{641797CA-E91A-4F4E-8CFB-ADDB475BEE85}">
      <dgm:prSet/>
      <dgm:spPr/>
      <dgm:t>
        <a:bodyPr/>
        <a:lstStyle/>
        <a:p>
          <a:r>
            <a:rPr lang="en-US"/>
            <a:t>* Instead of adjusting weights, it fits the new model to the residual errors of the previous model using gradient decent.</a:t>
          </a:r>
        </a:p>
      </dgm:t>
    </dgm:pt>
    <dgm:pt modelId="{CF8389D9-B57D-4B8A-844E-6AC809194672}" type="parTrans" cxnId="{60967097-E762-493B-970D-57AE28AA3F59}">
      <dgm:prSet/>
      <dgm:spPr/>
      <dgm:t>
        <a:bodyPr/>
        <a:lstStyle/>
        <a:p>
          <a:endParaRPr lang="en-US"/>
        </a:p>
      </dgm:t>
    </dgm:pt>
    <dgm:pt modelId="{A8D710E5-7EBF-490B-A48B-86B3D452E399}" type="sibTrans" cxnId="{60967097-E762-493B-970D-57AE28AA3F59}">
      <dgm:prSet/>
      <dgm:spPr/>
      <dgm:t>
        <a:bodyPr/>
        <a:lstStyle/>
        <a:p>
          <a:endParaRPr lang="en-US"/>
        </a:p>
      </dgm:t>
    </dgm:pt>
    <dgm:pt modelId="{74152D84-46C5-4663-8C31-C26FC73927E0}">
      <dgm:prSet/>
      <dgm:spPr/>
      <dgm:t>
        <a:bodyPr/>
        <a:lstStyle/>
        <a:p>
          <a:r>
            <a:rPr lang="en-US"/>
            <a:t>* More flexible work with various loss functions not just exponential loss.</a:t>
          </a:r>
        </a:p>
      </dgm:t>
    </dgm:pt>
    <dgm:pt modelId="{E8263BD3-7FAF-4211-BDC2-ACF7FAB8D056}" type="parTrans" cxnId="{4951B83F-4528-45A6-8703-8BDDE008135F}">
      <dgm:prSet/>
      <dgm:spPr/>
      <dgm:t>
        <a:bodyPr/>
        <a:lstStyle/>
        <a:p>
          <a:endParaRPr lang="en-US"/>
        </a:p>
      </dgm:t>
    </dgm:pt>
    <dgm:pt modelId="{8B170E78-9B2E-4642-B3CA-5AFD99693FAA}" type="sibTrans" cxnId="{4951B83F-4528-45A6-8703-8BDDE008135F}">
      <dgm:prSet/>
      <dgm:spPr/>
      <dgm:t>
        <a:bodyPr/>
        <a:lstStyle/>
        <a:p>
          <a:endParaRPr lang="en-US"/>
        </a:p>
      </dgm:t>
    </dgm:pt>
    <dgm:pt modelId="{4A73E0C9-5F29-4A52-86C1-855648BF663C}" type="pres">
      <dgm:prSet presAssocID="{84DEB6BF-58BA-4B8F-B368-C93670C90471}" presName="vert0" presStyleCnt="0">
        <dgm:presLayoutVars>
          <dgm:dir/>
          <dgm:animOne val="branch"/>
          <dgm:animLvl val="lvl"/>
        </dgm:presLayoutVars>
      </dgm:prSet>
      <dgm:spPr/>
    </dgm:pt>
    <dgm:pt modelId="{5DE8908B-7329-4860-8C57-253AE94AF422}" type="pres">
      <dgm:prSet presAssocID="{2093A734-CFB6-4F34-934A-E2FC406B4EE2}" presName="thickLine" presStyleLbl="alignNode1" presStyleIdx="0" presStyleCnt="4"/>
      <dgm:spPr/>
    </dgm:pt>
    <dgm:pt modelId="{1AB6DBA2-8086-49AD-BB02-98822A129E68}" type="pres">
      <dgm:prSet presAssocID="{2093A734-CFB6-4F34-934A-E2FC406B4EE2}" presName="horz1" presStyleCnt="0"/>
      <dgm:spPr/>
    </dgm:pt>
    <dgm:pt modelId="{6517A2DD-8D22-4072-A0CC-6770FFED7844}" type="pres">
      <dgm:prSet presAssocID="{2093A734-CFB6-4F34-934A-E2FC406B4EE2}" presName="tx1" presStyleLbl="revTx" presStyleIdx="0" presStyleCnt="4"/>
      <dgm:spPr/>
    </dgm:pt>
    <dgm:pt modelId="{40C9BE49-BA28-4EAC-BEB8-6FC07AD08910}" type="pres">
      <dgm:prSet presAssocID="{2093A734-CFB6-4F34-934A-E2FC406B4EE2}" presName="vert1" presStyleCnt="0"/>
      <dgm:spPr/>
    </dgm:pt>
    <dgm:pt modelId="{C9A41283-71C2-41F0-B8EA-6EBEDBF66D6C}" type="pres">
      <dgm:prSet presAssocID="{8ABB61A5-C703-428F-BE73-EC50A1D2B39E}" presName="thickLine" presStyleLbl="alignNode1" presStyleIdx="1" presStyleCnt="4"/>
      <dgm:spPr/>
    </dgm:pt>
    <dgm:pt modelId="{A0E0D2D4-1BC9-489A-8D88-2247B3DF11E1}" type="pres">
      <dgm:prSet presAssocID="{8ABB61A5-C703-428F-BE73-EC50A1D2B39E}" presName="horz1" presStyleCnt="0"/>
      <dgm:spPr/>
    </dgm:pt>
    <dgm:pt modelId="{903F177C-1447-4FDE-ACC7-DB43E1824387}" type="pres">
      <dgm:prSet presAssocID="{8ABB61A5-C703-428F-BE73-EC50A1D2B39E}" presName="tx1" presStyleLbl="revTx" presStyleIdx="1" presStyleCnt="4"/>
      <dgm:spPr/>
    </dgm:pt>
    <dgm:pt modelId="{7E44FFE0-074A-4013-BCF9-9A67A78781C7}" type="pres">
      <dgm:prSet presAssocID="{8ABB61A5-C703-428F-BE73-EC50A1D2B39E}" presName="vert1" presStyleCnt="0"/>
      <dgm:spPr/>
    </dgm:pt>
    <dgm:pt modelId="{362E508F-1961-43AE-BA95-B5E28FDA85A2}" type="pres">
      <dgm:prSet presAssocID="{641797CA-E91A-4F4E-8CFB-ADDB475BEE85}" presName="thickLine" presStyleLbl="alignNode1" presStyleIdx="2" presStyleCnt="4"/>
      <dgm:spPr/>
    </dgm:pt>
    <dgm:pt modelId="{2A5F8064-7ACB-41A9-9187-08D16A40DC35}" type="pres">
      <dgm:prSet presAssocID="{641797CA-E91A-4F4E-8CFB-ADDB475BEE85}" presName="horz1" presStyleCnt="0"/>
      <dgm:spPr/>
    </dgm:pt>
    <dgm:pt modelId="{198C0F36-960A-4425-B5B6-79A81D258BF7}" type="pres">
      <dgm:prSet presAssocID="{641797CA-E91A-4F4E-8CFB-ADDB475BEE85}" presName="tx1" presStyleLbl="revTx" presStyleIdx="2" presStyleCnt="4"/>
      <dgm:spPr/>
    </dgm:pt>
    <dgm:pt modelId="{EE970FDD-094E-4361-968A-A1EB039FF333}" type="pres">
      <dgm:prSet presAssocID="{641797CA-E91A-4F4E-8CFB-ADDB475BEE85}" presName="vert1" presStyleCnt="0"/>
      <dgm:spPr/>
    </dgm:pt>
    <dgm:pt modelId="{876DDFFA-1B6D-40DF-BDC4-E927998F2C7F}" type="pres">
      <dgm:prSet presAssocID="{74152D84-46C5-4663-8C31-C26FC73927E0}" presName="thickLine" presStyleLbl="alignNode1" presStyleIdx="3" presStyleCnt="4"/>
      <dgm:spPr/>
    </dgm:pt>
    <dgm:pt modelId="{0406E143-6D0E-45B4-98B4-B36D45D6FB81}" type="pres">
      <dgm:prSet presAssocID="{74152D84-46C5-4663-8C31-C26FC73927E0}" presName="horz1" presStyleCnt="0"/>
      <dgm:spPr/>
    </dgm:pt>
    <dgm:pt modelId="{58186BB4-0E5D-4526-93E4-CA6D9ABDADEE}" type="pres">
      <dgm:prSet presAssocID="{74152D84-46C5-4663-8C31-C26FC73927E0}" presName="tx1" presStyleLbl="revTx" presStyleIdx="3" presStyleCnt="4"/>
      <dgm:spPr/>
    </dgm:pt>
    <dgm:pt modelId="{E0E4385F-0A2F-4F45-94DC-7E8C34FC3722}" type="pres">
      <dgm:prSet presAssocID="{74152D84-46C5-4663-8C31-C26FC73927E0}" presName="vert1" presStyleCnt="0"/>
      <dgm:spPr/>
    </dgm:pt>
  </dgm:ptLst>
  <dgm:cxnLst>
    <dgm:cxn modelId="{7517561D-E89A-4BAA-A688-1A4C7D1C8CAC}" type="presOf" srcId="{84DEB6BF-58BA-4B8F-B368-C93670C90471}" destId="{4A73E0C9-5F29-4A52-86C1-855648BF663C}" srcOrd="0" destOrd="0" presId="urn:microsoft.com/office/officeart/2008/layout/LinedList"/>
    <dgm:cxn modelId="{4951B83F-4528-45A6-8703-8BDDE008135F}" srcId="{84DEB6BF-58BA-4B8F-B368-C93670C90471}" destId="{74152D84-46C5-4663-8C31-C26FC73927E0}" srcOrd="3" destOrd="0" parTransId="{E8263BD3-7FAF-4211-BDC2-ACF7FAB8D056}" sibTransId="{8B170E78-9B2E-4642-B3CA-5AFD99693FAA}"/>
    <dgm:cxn modelId="{897EDC53-D250-4B87-A285-1DB57C3F13F9}" type="presOf" srcId="{74152D84-46C5-4663-8C31-C26FC73927E0}" destId="{58186BB4-0E5D-4526-93E4-CA6D9ABDADEE}" srcOrd="0" destOrd="0" presId="urn:microsoft.com/office/officeart/2008/layout/LinedList"/>
    <dgm:cxn modelId="{3EC46B95-661F-4CF1-9688-4A41C152F9A2}" type="presOf" srcId="{641797CA-E91A-4F4E-8CFB-ADDB475BEE85}" destId="{198C0F36-960A-4425-B5B6-79A81D258BF7}" srcOrd="0" destOrd="0" presId="urn:microsoft.com/office/officeart/2008/layout/LinedList"/>
    <dgm:cxn modelId="{60967097-E762-493B-970D-57AE28AA3F59}" srcId="{84DEB6BF-58BA-4B8F-B368-C93670C90471}" destId="{641797CA-E91A-4F4E-8CFB-ADDB475BEE85}" srcOrd="2" destOrd="0" parTransId="{CF8389D9-B57D-4B8A-844E-6AC809194672}" sibTransId="{A8D710E5-7EBF-490B-A48B-86B3D452E399}"/>
    <dgm:cxn modelId="{413F1398-EC8D-45A9-98C1-7D2578D048F6}" type="presOf" srcId="{2093A734-CFB6-4F34-934A-E2FC406B4EE2}" destId="{6517A2DD-8D22-4072-A0CC-6770FFED7844}" srcOrd="0" destOrd="0" presId="urn:microsoft.com/office/officeart/2008/layout/LinedList"/>
    <dgm:cxn modelId="{89D8F2A3-5156-4852-856B-8049FD8B9B5E}" srcId="{84DEB6BF-58BA-4B8F-B368-C93670C90471}" destId="{8ABB61A5-C703-428F-BE73-EC50A1D2B39E}" srcOrd="1" destOrd="0" parTransId="{91413D66-DEB5-4135-91A5-779629EECA43}" sibTransId="{DB0233F0-2D87-4115-9EA5-069AE3A8D870}"/>
    <dgm:cxn modelId="{534FEFB6-5C18-4100-9A3A-D75EC22EDF4B}" type="presOf" srcId="{8ABB61A5-C703-428F-BE73-EC50A1D2B39E}" destId="{903F177C-1447-4FDE-ACC7-DB43E1824387}" srcOrd="0" destOrd="0" presId="urn:microsoft.com/office/officeart/2008/layout/LinedList"/>
    <dgm:cxn modelId="{45DDD8DE-342B-472E-BC81-88B2EB64D32B}" srcId="{84DEB6BF-58BA-4B8F-B368-C93670C90471}" destId="{2093A734-CFB6-4F34-934A-E2FC406B4EE2}" srcOrd="0" destOrd="0" parTransId="{11CF9989-B12A-4B88-ADB5-2243E492B096}" sibTransId="{3ECBF292-981F-4511-AA48-40068F8026A7}"/>
    <dgm:cxn modelId="{32CB31C4-9BB1-4028-B9DB-497F8F000346}" type="presParOf" srcId="{4A73E0C9-5F29-4A52-86C1-855648BF663C}" destId="{5DE8908B-7329-4860-8C57-253AE94AF422}" srcOrd="0" destOrd="0" presId="urn:microsoft.com/office/officeart/2008/layout/LinedList"/>
    <dgm:cxn modelId="{546883DE-39C9-4C4F-8D0E-88A17F665E39}" type="presParOf" srcId="{4A73E0C9-5F29-4A52-86C1-855648BF663C}" destId="{1AB6DBA2-8086-49AD-BB02-98822A129E68}" srcOrd="1" destOrd="0" presId="urn:microsoft.com/office/officeart/2008/layout/LinedList"/>
    <dgm:cxn modelId="{96B317F7-3523-44A0-A0D4-9A70A0ACC259}" type="presParOf" srcId="{1AB6DBA2-8086-49AD-BB02-98822A129E68}" destId="{6517A2DD-8D22-4072-A0CC-6770FFED7844}" srcOrd="0" destOrd="0" presId="urn:microsoft.com/office/officeart/2008/layout/LinedList"/>
    <dgm:cxn modelId="{D5DAE098-D08B-402F-B330-FAA5C7E736B9}" type="presParOf" srcId="{1AB6DBA2-8086-49AD-BB02-98822A129E68}" destId="{40C9BE49-BA28-4EAC-BEB8-6FC07AD08910}" srcOrd="1" destOrd="0" presId="urn:microsoft.com/office/officeart/2008/layout/LinedList"/>
    <dgm:cxn modelId="{48BA703A-BD27-4E77-AE77-AD7994DB2476}" type="presParOf" srcId="{4A73E0C9-5F29-4A52-86C1-855648BF663C}" destId="{C9A41283-71C2-41F0-B8EA-6EBEDBF66D6C}" srcOrd="2" destOrd="0" presId="urn:microsoft.com/office/officeart/2008/layout/LinedList"/>
    <dgm:cxn modelId="{A01974B8-328E-45B1-84D1-C5622F76247E}" type="presParOf" srcId="{4A73E0C9-5F29-4A52-86C1-855648BF663C}" destId="{A0E0D2D4-1BC9-489A-8D88-2247B3DF11E1}" srcOrd="3" destOrd="0" presId="urn:microsoft.com/office/officeart/2008/layout/LinedList"/>
    <dgm:cxn modelId="{D3D07897-1038-44E5-BD36-88D67F0A3B83}" type="presParOf" srcId="{A0E0D2D4-1BC9-489A-8D88-2247B3DF11E1}" destId="{903F177C-1447-4FDE-ACC7-DB43E1824387}" srcOrd="0" destOrd="0" presId="urn:microsoft.com/office/officeart/2008/layout/LinedList"/>
    <dgm:cxn modelId="{4FD0DDBA-7F43-4FCD-99AC-5AD5D7F9DCD6}" type="presParOf" srcId="{A0E0D2D4-1BC9-489A-8D88-2247B3DF11E1}" destId="{7E44FFE0-074A-4013-BCF9-9A67A78781C7}" srcOrd="1" destOrd="0" presId="urn:microsoft.com/office/officeart/2008/layout/LinedList"/>
    <dgm:cxn modelId="{8AF21461-5A10-4B48-83FE-63FDCF51B35D}" type="presParOf" srcId="{4A73E0C9-5F29-4A52-86C1-855648BF663C}" destId="{362E508F-1961-43AE-BA95-B5E28FDA85A2}" srcOrd="4" destOrd="0" presId="urn:microsoft.com/office/officeart/2008/layout/LinedList"/>
    <dgm:cxn modelId="{32E90C3B-1B9C-4B5E-AC31-4D36C7EAAC5D}" type="presParOf" srcId="{4A73E0C9-5F29-4A52-86C1-855648BF663C}" destId="{2A5F8064-7ACB-41A9-9187-08D16A40DC35}" srcOrd="5" destOrd="0" presId="urn:microsoft.com/office/officeart/2008/layout/LinedList"/>
    <dgm:cxn modelId="{DCD8FA1E-ADF3-4342-A8B7-F9D63F78C48F}" type="presParOf" srcId="{2A5F8064-7ACB-41A9-9187-08D16A40DC35}" destId="{198C0F36-960A-4425-B5B6-79A81D258BF7}" srcOrd="0" destOrd="0" presId="urn:microsoft.com/office/officeart/2008/layout/LinedList"/>
    <dgm:cxn modelId="{CCFC937C-3854-4A06-BAE3-9E68881FA9AF}" type="presParOf" srcId="{2A5F8064-7ACB-41A9-9187-08D16A40DC35}" destId="{EE970FDD-094E-4361-968A-A1EB039FF333}" srcOrd="1" destOrd="0" presId="urn:microsoft.com/office/officeart/2008/layout/LinedList"/>
    <dgm:cxn modelId="{C56725C1-E1EB-4CFB-A4AA-10A6E96FF5C6}" type="presParOf" srcId="{4A73E0C9-5F29-4A52-86C1-855648BF663C}" destId="{876DDFFA-1B6D-40DF-BDC4-E927998F2C7F}" srcOrd="6" destOrd="0" presId="urn:microsoft.com/office/officeart/2008/layout/LinedList"/>
    <dgm:cxn modelId="{3371C98F-A912-4694-9792-F623BF7FBD61}" type="presParOf" srcId="{4A73E0C9-5F29-4A52-86C1-855648BF663C}" destId="{0406E143-6D0E-45B4-98B4-B36D45D6FB81}" srcOrd="7" destOrd="0" presId="urn:microsoft.com/office/officeart/2008/layout/LinedList"/>
    <dgm:cxn modelId="{0D6B40F9-3A90-49F6-8C3D-D4E5B034FC53}" type="presParOf" srcId="{0406E143-6D0E-45B4-98B4-B36D45D6FB81}" destId="{58186BB4-0E5D-4526-93E4-CA6D9ABDADEE}" srcOrd="0" destOrd="0" presId="urn:microsoft.com/office/officeart/2008/layout/LinedList"/>
    <dgm:cxn modelId="{C9F5FA51-8DB3-416B-A3AA-B38E94866A0F}" type="presParOf" srcId="{0406E143-6D0E-45B4-98B4-B36D45D6FB81}" destId="{E0E4385F-0A2F-4F45-94DC-7E8C34FC372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F09DBF6-9D30-4801-98B4-0D1589725F17}" type="doc">
      <dgm:prSet loTypeId="urn:microsoft.com/office/officeart/2005/8/layout/vProcess5" loCatId="process" qsTypeId="urn:microsoft.com/office/officeart/2005/8/quickstyle/simple4" qsCatId="simple" csTypeId="urn:microsoft.com/office/officeart/2005/8/colors/colorful2" csCatId="colorful"/>
      <dgm:spPr/>
      <dgm:t>
        <a:bodyPr/>
        <a:lstStyle/>
        <a:p>
          <a:endParaRPr lang="en-US"/>
        </a:p>
      </dgm:t>
    </dgm:pt>
    <dgm:pt modelId="{680782D5-2950-400F-8F69-F7C28B54D160}">
      <dgm:prSet/>
      <dgm:spPr/>
      <dgm:t>
        <a:bodyPr/>
        <a:lstStyle/>
        <a:p>
          <a:r>
            <a:rPr lang="en-US"/>
            <a:t>Tries to minimize a loss function step by step.</a:t>
          </a:r>
        </a:p>
      </dgm:t>
    </dgm:pt>
    <dgm:pt modelId="{BEC59C7F-7225-4E6A-9D6C-168BDF1EB3ED}" type="parTrans" cxnId="{A86C626D-EFFF-4E96-910E-066BA0247DE3}">
      <dgm:prSet/>
      <dgm:spPr/>
      <dgm:t>
        <a:bodyPr/>
        <a:lstStyle/>
        <a:p>
          <a:endParaRPr lang="en-US"/>
        </a:p>
      </dgm:t>
    </dgm:pt>
    <dgm:pt modelId="{5F1C1671-26D2-4791-A6F6-7CD34EC524A6}" type="sibTrans" cxnId="{A86C626D-EFFF-4E96-910E-066BA0247DE3}">
      <dgm:prSet/>
      <dgm:spPr/>
      <dgm:t>
        <a:bodyPr/>
        <a:lstStyle/>
        <a:p>
          <a:endParaRPr lang="en-US"/>
        </a:p>
      </dgm:t>
    </dgm:pt>
    <dgm:pt modelId="{F5FE39E5-5D49-4A13-9E1B-4D1C9B8BDA85}">
      <dgm:prSet/>
      <dgm:spPr/>
      <dgm:t>
        <a:bodyPr/>
        <a:lstStyle/>
        <a:p>
          <a:r>
            <a:rPr lang="en-US"/>
            <a:t>Slower than Adaboost, but usually more accurate.</a:t>
          </a:r>
        </a:p>
      </dgm:t>
    </dgm:pt>
    <dgm:pt modelId="{CA48F01A-40D2-4F73-AD54-4601B767583F}" type="parTrans" cxnId="{870B8BDA-7983-4B26-9E45-1E4CBF8D0AE3}">
      <dgm:prSet/>
      <dgm:spPr/>
      <dgm:t>
        <a:bodyPr/>
        <a:lstStyle/>
        <a:p>
          <a:endParaRPr lang="en-US"/>
        </a:p>
      </dgm:t>
    </dgm:pt>
    <dgm:pt modelId="{B7C8A07A-04C5-4D47-9BDD-F29FEF4D51E1}" type="sibTrans" cxnId="{870B8BDA-7983-4B26-9E45-1E4CBF8D0AE3}">
      <dgm:prSet/>
      <dgm:spPr/>
      <dgm:t>
        <a:bodyPr/>
        <a:lstStyle/>
        <a:p>
          <a:endParaRPr lang="en-US"/>
        </a:p>
      </dgm:t>
    </dgm:pt>
    <dgm:pt modelId="{7B8744AF-0B29-407C-8B4B-33E18F0F8D33}">
      <dgm:prSet/>
      <dgm:spPr/>
      <dgm:t>
        <a:bodyPr/>
        <a:lstStyle/>
        <a:p>
          <a:r>
            <a:rPr lang="en-US"/>
            <a:t>Handle Outliers better.</a:t>
          </a:r>
        </a:p>
      </dgm:t>
    </dgm:pt>
    <dgm:pt modelId="{03CBDB74-64FE-4204-9B74-B199E4DCF670}" type="parTrans" cxnId="{AB8A6DA8-73BC-48C7-B337-F2E2F04CB311}">
      <dgm:prSet/>
      <dgm:spPr/>
      <dgm:t>
        <a:bodyPr/>
        <a:lstStyle/>
        <a:p>
          <a:endParaRPr lang="en-US"/>
        </a:p>
      </dgm:t>
    </dgm:pt>
    <dgm:pt modelId="{243C3A58-4892-4FEC-B5DB-823228DC71E9}" type="sibTrans" cxnId="{AB8A6DA8-73BC-48C7-B337-F2E2F04CB311}">
      <dgm:prSet/>
      <dgm:spPr/>
      <dgm:t>
        <a:bodyPr/>
        <a:lstStyle/>
        <a:p>
          <a:endParaRPr lang="en-US"/>
        </a:p>
      </dgm:t>
    </dgm:pt>
    <dgm:pt modelId="{C8A29218-D958-4D68-9AD9-CF3F42004251}" type="pres">
      <dgm:prSet presAssocID="{6F09DBF6-9D30-4801-98B4-0D1589725F17}" presName="outerComposite" presStyleCnt="0">
        <dgm:presLayoutVars>
          <dgm:chMax val="5"/>
          <dgm:dir/>
          <dgm:resizeHandles val="exact"/>
        </dgm:presLayoutVars>
      </dgm:prSet>
      <dgm:spPr/>
    </dgm:pt>
    <dgm:pt modelId="{64CD114E-FF29-48D3-85F9-7810514D0784}" type="pres">
      <dgm:prSet presAssocID="{6F09DBF6-9D30-4801-98B4-0D1589725F17}" presName="dummyMaxCanvas" presStyleCnt="0">
        <dgm:presLayoutVars/>
      </dgm:prSet>
      <dgm:spPr/>
    </dgm:pt>
    <dgm:pt modelId="{FEC137CA-5FF1-49D0-8361-BED63EAD46A6}" type="pres">
      <dgm:prSet presAssocID="{6F09DBF6-9D30-4801-98B4-0D1589725F17}" presName="ThreeNodes_1" presStyleLbl="node1" presStyleIdx="0" presStyleCnt="3">
        <dgm:presLayoutVars>
          <dgm:bulletEnabled val="1"/>
        </dgm:presLayoutVars>
      </dgm:prSet>
      <dgm:spPr/>
    </dgm:pt>
    <dgm:pt modelId="{EAA50459-F003-4D9F-BA3D-C89CABAE2C2E}" type="pres">
      <dgm:prSet presAssocID="{6F09DBF6-9D30-4801-98B4-0D1589725F17}" presName="ThreeNodes_2" presStyleLbl="node1" presStyleIdx="1" presStyleCnt="3">
        <dgm:presLayoutVars>
          <dgm:bulletEnabled val="1"/>
        </dgm:presLayoutVars>
      </dgm:prSet>
      <dgm:spPr/>
    </dgm:pt>
    <dgm:pt modelId="{85C956D3-7548-483F-9B23-09878A04B4F7}" type="pres">
      <dgm:prSet presAssocID="{6F09DBF6-9D30-4801-98B4-0D1589725F17}" presName="ThreeNodes_3" presStyleLbl="node1" presStyleIdx="2" presStyleCnt="3">
        <dgm:presLayoutVars>
          <dgm:bulletEnabled val="1"/>
        </dgm:presLayoutVars>
      </dgm:prSet>
      <dgm:spPr/>
    </dgm:pt>
    <dgm:pt modelId="{ED323DC5-D5FE-4FC6-854E-DCF3D69E0A5F}" type="pres">
      <dgm:prSet presAssocID="{6F09DBF6-9D30-4801-98B4-0D1589725F17}" presName="ThreeConn_1-2" presStyleLbl="fgAccFollowNode1" presStyleIdx="0" presStyleCnt="2">
        <dgm:presLayoutVars>
          <dgm:bulletEnabled val="1"/>
        </dgm:presLayoutVars>
      </dgm:prSet>
      <dgm:spPr/>
    </dgm:pt>
    <dgm:pt modelId="{E78BFF0D-82C7-4D31-A358-CFF1AE84F540}" type="pres">
      <dgm:prSet presAssocID="{6F09DBF6-9D30-4801-98B4-0D1589725F17}" presName="ThreeConn_2-3" presStyleLbl="fgAccFollowNode1" presStyleIdx="1" presStyleCnt="2">
        <dgm:presLayoutVars>
          <dgm:bulletEnabled val="1"/>
        </dgm:presLayoutVars>
      </dgm:prSet>
      <dgm:spPr/>
    </dgm:pt>
    <dgm:pt modelId="{DC6856CA-712D-46C3-A48A-D0D9E2851176}" type="pres">
      <dgm:prSet presAssocID="{6F09DBF6-9D30-4801-98B4-0D1589725F17}" presName="ThreeNodes_1_text" presStyleLbl="node1" presStyleIdx="2" presStyleCnt="3">
        <dgm:presLayoutVars>
          <dgm:bulletEnabled val="1"/>
        </dgm:presLayoutVars>
      </dgm:prSet>
      <dgm:spPr/>
    </dgm:pt>
    <dgm:pt modelId="{1F11672C-4AED-41A9-BE8A-60ED82C6D75A}" type="pres">
      <dgm:prSet presAssocID="{6F09DBF6-9D30-4801-98B4-0D1589725F17}" presName="ThreeNodes_2_text" presStyleLbl="node1" presStyleIdx="2" presStyleCnt="3">
        <dgm:presLayoutVars>
          <dgm:bulletEnabled val="1"/>
        </dgm:presLayoutVars>
      </dgm:prSet>
      <dgm:spPr/>
    </dgm:pt>
    <dgm:pt modelId="{3E1D2B6E-F54A-48B7-AA13-FD5F4C6B3080}" type="pres">
      <dgm:prSet presAssocID="{6F09DBF6-9D30-4801-98B4-0D1589725F17}" presName="ThreeNodes_3_text" presStyleLbl="node1" presStyleIdx="2" presStyleCnt="3">
        <dgm:presLayoutVars>
          <dgm:bulletEnabled val="1"/>
        </dgm:presLayoutVars>
      </dgm:prSet>
      <dgm:spPr/>
    </dgm:pt>
  </dgm:ptLst>
  <dgm:cxnLst>
    <dgm:cxn modelId="{3F3A641C-A1E5-43E6-87DC-A7F90FF61F1E}" type="presOf" srcId="{B7C8A07A-04C5-4D47-9BDD-F29FEF4D51E1}" destId="{E78BFF0D-82C7-4D31-A358-CFF1AE84F540}" srcOrd="0" destOrd="0" presId="urn:microsoft.com/office/officeart/2005/8/layout/vProcess5"/>
    <dgm:cxn modelId="{35451831-5B08-412C-AD38-EB60B9B65249}" type="presOf" srcId="{680782D5-2950-400F-8F69-F7C28B54D160}" destId="{FEC137CA-5FF1-49D0-8361-BED63EAD46A6}" srcOrd="0" destOrd="0" presId="urn:microsoft.com/office/officeart/2005/8/layout/vProcess5"/>
    <dgm:cxn modelId="{FC9CA63A-FCAA-467A-8348-2CC18D6EA6FB}" type="presOf" srcId="{680782D5-2950-400F-8F69-F7C28B54D160}" destId="{DC6856CA-712D-46C3-A48A-D0D9E2851176}" srcOrd="1" destOrd="0" presId="urn:microsoft.com/office/officeart/2005/8/layout/vProcess5"/>
    <dgm:cxn modelId="{5E70745E-39E2-4E73-940A-9AC41E60C696}" type="presOf" srcId="{5F1C1671-26D2-4791-A6F6-7CD34EC524A6}" destId="{ED323DC5-D5FE-4FC6-854E-DCF3D69E0A5F}" srcOrd="0" destOrd="0" presId="urn:microsoft.com/office/officeart/2005/8/layout/vProcess5"/>
    <dgm:cxn modelId="{FCC1E844-ACEC-4D66-8CC4-2FA569397733}" type="presOf" srcId="{F5FE39E5-5D49-4A13-9E1B-4D1C9B8BDA85}" destId="{EAA50459-F003-4D9F-BA3D-C89CABAE2C2E}" srcOrd="0" destOrd="0" presId="urn:microsoft.com/office/officeart/2005/8/layout/vProcess5"/>
    <dgm:cxn modelId="{A86C626D-EFFF-4E96-910E-066BA0247DE3}" srcId="{6F09DBF6-9D30-4801-98B4-0D1589725F17}" destId="{680782D5-2950-400F-8F69-F7C28B54D160}" srcOrd="0" destOrd="0" parTransId="{BEC59C7F-7225-4E6A-9D6C-168BDF1EB3ED}" sibTransId="{5F1C1671-26D2-4791-A6F6-7CD34EC524A6}"/>
    <dgm:cxn modelId="{DAE38B72-D88B-4250-97F2-474F2C14FC3A}" type="presOf" srcId="{7B8744AF-0B29-407C-8B4B-33E18F0F8D33}" destId="{3E1D2B6E-F54A-48B7-AA13-FD5F4C6B3080}" srcOrd="1" destOrd="0" presId="urn:microsoft.com/office/officeart/2005/8/layout/vProcess5"/>
    <dgm:cxn modelId="{A4A3D575-8874-4167-A850-A0A11F5CC4D8}" type="presOf" srcId="{F5FE39E5-5D49-4A13-9E1B-4D1C9B8BDA85}" destId="{1F11672C-4AED-41A9-BE8A-60ED82C6D75A}" srcOrd="1" destOrd="0" presId="urn:microsoft.com/office/officeart/2005/8/layout/vProcess5"/>
    <dgm:cxn modelId="{80223787-93AB-41F9-B994-55BCFE8C2421}" type="presOf" srcId="{7B8744AF-0B29-407C-8B4B-33E18F0F8D33}" destId="{85C956D3-7548-483F-9B23-09878A04B4F7}" srcOrd="0" destOrd="0" presId="urn:microsoft.com/office/officeart/2005/8/layout/vProcess5"/>
    <dgm:cxn modelId="{AB8A6DA8-73BC-48C7-B337-F2E2F04CB311}" srcId="{6F09DBF6-9D30-4801-98B4-0D1589725F17}" destId="{7B8744AF-0B29-407C-8B4B-33E18F0F8D33}" srcOrd="2" destOrd="0" parTransId="{03CBDB74-64FE-4204-9B74-B199E4DCF670}" sibTransId="{243C3A58-4892-4FEC-B5DB-823228DC71E9}"/>
    <dgm:cxn modelId="{870B8BDA-7983-4B26-9E45-1E4CBF8D0AE3}" srcId="{6F09DBF6-9D30-4801-98B4-0D1589725F17}" destId="{F5FE39E5-5D49-4A13-9E1B-4D1C9B8BDA85}" srcOrd="1" destOrd="0" parTransId="{CA48F01A-40D2-4F73-AD54-4601B767583F}" sibTransId="{B7C8A07A-04C5-4D47-9BDD-F29FEF4D51E1}"/>
    <dgm:cxn modelId="{1CD876F6-7655-4411-972B-F0B6A7043513}" type="presOf" srcId="{6F09DBF6-9D30-4801-98B4-0D1589725F17}" destId="{C8A29218-D958-4D68-9AD9-CF3F42004251}" srcOrd="0" destOrd="0" presId="urn:microsoft.com/office/officeart/2005/8/layout/vProcess5"/>
    <dgm:cxn modelId="{BC784DC0-BB9E-43EF-A576-749C6062C1B1}" type="presParOf" srcId="{C8A29218-D958-4D68-9AD9-CF3F42004251}" destId="{64CD114E-FF29-48D3-85F9-7810514D0784}" srcOrd="0" destOrd="0" presId="urn:microsoft.com/office/officeart/2005/8/layout/vProcess5"/>
    <dgm:cxn modelId="{F318F35C-27E8-4130-B805-4E6766406907}" type="presParOf" srcId="{C8A29218-D958-4D68-9AD9-CF3F42004251}" destId="{FEC137CA-5FF1-49D0-8361-BED63EAD46A6}" srcOrd="1" destOrd="0" presId="urn:microsoft.com/office/officeart/2005/8/layout/vProcess5"/>
    <dgm:cxn modelId="{981C02CC-C04D-4E34-832E-BEFEE4D7D92F}" type="presParOf" srcId="{C8A29218-D958-4D68-9AD9-CF3F42004251}" destId="{EAA50459-F003-4D9F-BA3D-C89CABAE2C2E}" srcOrd="2" destOrd="0" presId="urn:microsoft.com/office/officeart/2005/8/layout/vProcess5"/>
    <dgm:cxn modelId="{A426A824-6E53-46EA-B07F-FA1F49A6FA20}" type="presParOf" srcId="{C8A29218-D958-4D68-9AD9-CF3F42004251}" destId="{85C956D3-7548-483F-9B23-09878A04B4F7}" srcOrd="3" destOrd="0" presId="urn:microsoft.com/office/officeart/2005/8/layout/vProcess5"/>
    <dgm:cxn modelId="{80B0A747-589B-4E22-A753-52413D8AE995}" type="presParOf" srcId="{C8A29218-D958-4D68-9AD9-CF3F42004251}" destId="{ED323DC5-D5FE-4FC6-854E-DCF3D69E0A5F}" srcOrd="4" destOrd="0" presId="urn:microsoft.com/office/officeart/2005/8/layout/vProcess5"/>
    <dgm:cxn modelId="{0F82BFBF-231D-4EC6-BD44-5F891D788836}" type="presParOf" srcId="{C8A29218-D958-4D68-9AD9-CF3F42004251}" destId="{E78BFF0D-82C7-4D31-A358-CFF1AE84F540}" srcOrd="5" destOrd="0" presId="urn:microsoft.com/office/officeart/2005/8/layout/vProcess5"/>
    <dgm:cxn modelId="{FBAF9691-2B83-4302-9A07-3EBFF30619C5}" type="presParOf" srcId="{C8A29218-D958-4D68-9AD9-CF3F42004251}" destId="{DC6856CA-712D-46C3-A48A-D0D9E2851176}" srcOrd="6" destOrd="0" presId="urn:microsoft.com/office/officeart/2005/8/layout/vProcess5"/>
    <dgm:cxn modelId="{9DDCB61A-B961-4A6C-BAA0-A53AE47B22BC}" type="presParOf" srcId="{C8A29218-D958-4D68-9AD9-CF3F42004251}" destId="{1F11672C-4AED-41A9-BE8A-60ED82C6D75A}" srcOrd="7" destOrd="0" presId="urn:microsoft.com/office/officeart/2005/8/layout/vProcess5"/>
    <dgm:cxn modelId="{7C08C91C-C8D5-447D-8040-E11095D78B50}" type="presParOf" srcId="{C8A29218-D958-4D68-9AD9-CF3F42004251}" destId="{3E1D2B6E-F54A-48B7-AA13-FD5F4C6B3080}"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5520F0-C1F0-4947-82C1-EDAF31AD65D5}"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52AE5512-9857-4122-83FC-96B9A0E7B93C}">
      <dgm:prSet/>
      <dgm:spPr/>
      <dgm:t>
        <a:bodyPr/>
        <a:lstStyle/>
        <a:p>
          <a:r>
            <a:rPr lang="en-US"/>
            <a:t>It work by extra improvement over Gradient Boosting.</a:t>
          </a:r>
        </a:p>
      </dgm:t>
    </dgm:pt>
    <dgm:pt modelId="{B70D7816-D70D-4134-9B80-076CC33DC086}" type="parTrans" cxnId="{D29F7541-C811-4735-85F9-FC8D3BD70C74}">
      <dgm:prSet/>
      <dgm:spPr/>
      <dgm:t>
        <a:bodyPr/>
        <a:lstStyle/>
        <a:p>
          <a:endParaRPr lang="en-US"/>
        </a:p>
      </dgm:t>
    </dgm:pt>
    <dgm:pt modelId="{81E40161-734F-47AF-8921-13F9C685ECEA}" type="sibTrans" cxnId="{D29F7541-C811-4735-85F9-FC8D3BD70C74}">
      <dgm:prSet/>
      <dgm:spPr/>
      <dgm:t>
        <a:bodyPr/>
        <a:lstStyle/>
        <a:p>
          <a:endParaRPr lang="en-US"/>
        </a:p>
      </dgm:t>
    </dgm:pt>
    <dgm:pt modelId="{4B65EC55-5CE4-41E9-AAE8-BCAC2668854A}">
      <dgm:prSet/>
      <dgm:spPr/>
      <dgm:t>
        <a:bodyPr/>
        <a:lstStyle/>
        <a:p>
          <a:r>
            <a:rPr lang="en-US"/>
            <a:t>Regularization: Adds L1 and L2 penalties to avoid overfitting.</a:t>
          </a:r>
        </a:p>
      </dgm:t>
    </dgm:pt>
    <dgm:pt modelId="{850FB3F6-8C43-4B7D-BA64-E271F2E73D11}" type="parTrans" cxnId="{E90BA973-7D9A-40E1-B35B-ED76188C2CBC}">
      <dgm:prSet/>
      <dgm:spPr/>
      <dgm:t>
        <a:bodyPr/>
        <a:lstStyle/>
        <a:p>
          <a:endParaRPr lang="en-US"/>
        </a:p>
      </dgm:t>
    </dgm:pt>
    <dgm:pt modelId="{AE0787B6-6007-4FE5-9540-FC2E40E55D1C}" type="sibTrans" cxnId="{E90BA973-7D9A-40E1-B35B-ED76188C2CBC}">
      <dgm:prSet/>
      <dgm:spPr/>
      <dgm:t>
        <a:bodyPr/>
        <a:lstStyle/>
        <a:p>
          <a:endParaRPr lang="en-US"/>
        </a:p>
      </dgm:t>
    </dgm:pt>
    <dgm:pt modelId="{F1E10826-D38A-4D47-897F-574FC74568E8}">
      <dgm:prSet/>
      <dgm:spPr/>
      <dgm:t>
        <a:bodyPr/>
        <a:lstStyle/>
        <a:p>
          <a:r>
            <a:rPr lang="en-US"/>
            <a:t>Paraller Processing: Builds tree much faster.</a:t>
          </a:r>
        </a:p>
      </dgm:t>
    </dgm:pt>
    <dgm:pt modelId="{D82BA781-9F8A-49D5-8D13-D3F9A886B81A}" type="parTrans" cxnId="{70FAE64A-89E6-4055-B5F1-BEFA11F0A444}">
      <dgm:prSet/>
      <dgm:spPr/>
      <dgm:t>
        <a:bodyPr/>
        <a:lstStyle/>
        <a:p>
          <a:endParaRPr lang="en-US"/>
        </a:p>
      </dgm:t>
    </dgm:pt>
    <dgm:pt modelId="{1E91AD20-E64D-4160-8D38-D0F2CC09CD15}" type="sibTrans" cxnId="{70FAE64A-89E6-4055-B5F1-BEFA11F0A444}">
      <dgm:prSet/>
      <dgm:spPr/>
      <dgm:t>
        <a:bodyPr/>
        <a:lstStyle/>
        <a:p>
          <a:endParaRPr lang="en-US"/>
        </a:p>
      </dgm:t>
    </dgm:pt>
    <dgm:pt modelId="{DA570522-EC9D-4107-AFF4-189F36713ACF}">
      <dgm:prSet/>
      <dgm:spPr/>
      <dgm:t>
        <a:bodyPr/>
        <a:lstStyle/>
        <a:p>
          <a:r>
            <a:rPr lang="en-US"/>
            <a:t>Sparse data Handling:Handle missing values smartly.</a:t>
          </a:r>
        </a:p>
      </dgm:t>
    </dgm:pt>
    <dgm:pt modelId="{68CDA3B8-CCC7-4512-8F49-F0671B86357F}" type="parTrans" cxnId="{08EEF81C-8A40-48E1-B54A-348807893614}">
      <dgm:prSet/>
      <dgm:spPr/>
      <dgm:t>
        <a:bodyPr/>
        <a:lstStyle/>
        <a:p>
          <a:endParaRPr lang="en-US"/>
        </a:p>
      </dgm:t>
    </dgm:pt>
    <dgm:pt modelId="{114C230E-5AB6-43BB-B0CB-104374A7F056}" type="sibTrans" cxnId="{08EEF81C-8A40-48E1-B54A-348807893614}">
      <dgm:prSet/>
      <dgm:spPr/>
      <dgm:t>
        <a:bodyPr/>
        <a:lstStyle/>
        <a:p>
          <a:endParaRPr lang="en-US"/>
        </a:p>
      </dgm:t>
    </dgm:pt>
    <dgm:pt modelId="{C010AA63-8682-4C52-B43F-819CFCA16513}">
      <dgm:prSet/>
      <dgm:spPr/>
      <dgm:t>
        <a:bodyPr/>
        <a:lstStyle/>
        <a:p>
          <a:r>
            <a:rPr lang="en-US"/>
            <a:t>Tree Pruning:stop splitting when further splits don’t improve the model significantly.</a:t>
          </a:r>
        </a:p>
      </dgm:t>
    </dgm:pt>
    <dgm:pt modelId="{D6E65A6E-C735-4006-87F0-8488006EEF6C}" type="parTrans" cxnId="{F3C8846E-8F42-4564-A175-4BAD34ED8098}">
      <dgm:prSet/>
      <dgm:spPr/>
      <dgm:t>
        <a:bodyPr/>
        <a:lstStyle/>
        <a:p>
          <a:endParaRPr lang="en-US"/>
        </a:p>
      </dgm:t>
    </dgm:pt>
    <dgm:pt modelId="{174DC924-1F7C-4A27-8BA6-4B4E160447BC}" type="sibTrans" cxnId="{F3C8846E-8F42-4564-A175-4BAD34ED8098}">
      <dgm:prSet/>
      <dgm:spPr/>
      <dgm:t>
        <a:bodyPr/>
        <a:lstStyle/>
        <a:p>
          <a:endParaRPr lang="en-US"/>
        </a:p>
      </dgm:t>
    </dgm:pt>
    <dgm:pt modelId="{3B421888-7428-44CB-8BBD-A485CEEB2C57}">
      <dgm:prSet/>
      <dgm:spPr/>
      <dgm:t>
        <a:bodyPr/>
        <a:lstStyle/>
        <a:p>
          <a:r>
            <a:rPr lang="en-US"/>
            <a:t>Column subsampling: Uses only a randm subset of features for each tree like random forest.</a:t>
          </a:r>
        </a:p>
      </dgm:t>
    </dgm:pt>
    <dgm:pt modelId="{B7A89EA4-6B6D-48F2-BD46-4878E6CBE89C}" type="parTrans" cxnId="{5FB72B07-05E8-41C5-8A78-B0C799F8C521}">
      <dgm:prSet/>
      <dgm:spPr/>
      <dgm:t>
        <a:bodyPr/>
        <a:lstStyle/>
        <a:p>
          <a:endParaRPr lang="en-US"/>
        </a:p>
      </dgm:t>
    </dgm:pt>
    <dgm:pt modelId="{0401C7FE-0F8E-4A7E-8BDC-804FD1219345}" type="sibTrans" cxnId="{5FB72B07-05E8-41C5-8A78-B0C799F8C521}">
      <dgm:prSet/>
      <dgm:spPr/>
      <dgm:t>
        <a:bodyPr/>
        <a:lstStyle/>
        <a:p>
          <a:endParaRPr lang="en-US"/>
        </a:p>
      </dgm:t>
    </dgm:pt>
    <dgm:pt modelId="{07A80E37-BCBE-4A4D-A1C0-7A2F05B81AC7}" type="pres">
      <dgm:prSet presAssocID="{705520F0-C1F0-4947-82C1-EDAF31AD65D5}" presName="vert0" presStyleCnt="0">
        <dgm:presLayoutVars>
          <dgm:dir/>
          <dgm:animOne val="branch"/>
          <dgm:animLvl val="lvl"/>
        </dgm:presLayoutVars>
      </dgm:prSet>
      <dgm:spPr/>
    </dgm:pt>
    <dgm:pt modelId="{02DCB5AD-F475-4C61-98DB-66D868311B85}" type="pres">
      <dgm:prSet presAssocID="{52AE5512-9857-4122-83FC-96B9A0E7B93C}" presName="thickLine" presStyleLbl="alignNode1" presStyleIdx="0" presStyleCnt="6"/>
      <dgm:spPr/>
    </dgm:pt>
    <dgm:pt modelId="{7B4FEBA3-A840-4A95-8D2D-F99E3AEF0E07}" type="pres">
      <dgm:prSet presAssocID="{52AE5512-9857-4122-83FC-96B9A0E7B93C}" presName="horz1" presStyleCnt="0"/>
      <dgm:spPr/>
    </dgm:pt>
    <dgm:pt modelId="{F4F4A66B-B653-4AA8-AF31-62EA81DA005B}" type="pres">
      <dgm:prSet presAssocID="{52AE5512-9857-4122-83FC-96B9A0E7B93C}" presName="tx1" presStyleLbl="revTx" presStyleIdx="0" presStyleCnt="6"/>
      <dgm:spPr/>
    </dgm:pt>
    <dgm:pt modelId="{0A4D14D4-ABF6-4E80-898C-BCEDC83E11FB}" type="pres">
      <dgm:prSet presAssocID="{52AE5512-9857-4122-83FC-96B9A0E7B93C}" presName="vert1" presStyleCnt="0"/>
      <dgm:spPr/>
    </dgm:pt>
    <dgm:pt modelId="{D8CDD293-FCB6-409B-B96A-F4725597EEDB}" type="pres">
      <dgm:prSet presAssocID="{4B65EC55-5CE4-41E9-AAE8-BCAC2668854A}" presName="thickLine" presStyleLbl="alignNode1" presStyleIdx="1" presStyleCnt="6"/>
      <dgm:spPr/>
    </dgm:pt>
    <dgm:pt modelId="{2050EFD9-06D4-4CAF-9CE6-AF732CBADA4D}" type="pres">
      <dgm:prSet presAssocID="{4B65EC55-5CE4-41E9-AAE8-BCAC2668854A}" presName="horz1" presStyleCnt="0"/>
      <dgm:spPr/>
    </dgm:pt>
    <dgm:pt modelId="{FCEA9C51-3392-470B-8CEC-6C85FB6ABE1B}" type="pres">
      <dgm:prSet presAssocID="{4B65EC55-5CE4-41E9-AAE8-BCAC2668854A}" presName="tx1" presStyleLbl="revTx" presStyleIdx="1" presStyleCnt="6"/>
      <dgm:spPr/>
    </dgm:pt>
    <dgm:pt modelId="{572A407B-E0ED-4F80-85D2-A6775EF2F974}" type="pres">
      <dgm:prSet presAssocID="{4B65EC55-5CE4-41E9-AAE8-BCAC2668854A}" presName="vert1" presStyleCnt="0"/>
      <dgm:spPr/>
    </dgm:pt>
    <dgm:pt modelId="{77752FE0-C53B-4B35-8A03-B5F51EA922F9}" type="pres">
      <dgm:prSet presAssocID="{F1E10826-D38A-4D47-897F-574FC74568E8}" presName="thickLine" presStyleLbl="alignNode1" presStyleIdx="2" presStyleCnt="6"/>
      <dgm:spPr/>
    </dgm:pt>
    <dgm:pt modelId="{6C2A97E5-6887-4076-B46F-4C1F66F17D3D}" type="pres">
      <dgm:prSet presAssocID="{F1E10826-D38A-4D47-897F-574FC74568E8}" presName="horz1" presStyleCnt="0"/>
      <dgm:spPr/>
    </dgm:pt>
    <dgm:pt modelId="{9EE90739-2C3C-4B24-A60E-6F8B5A344DDC}" type="pres">
      <dgm:prSet presAssocID="{F1E10826-D38A-4D47-897F-574FC74568E8}" presName="tx1" presStyleLbl="revTx" presStyleIdx="2" presStyleCnt="6"/>
      <dgm:spPr/>
    </dgm:pt>
    <dgm:pt modelId="{3D2C417E-BCFD-4D65-B8EA-BD955A6263F4}" type="pres">
      <dgm:prSet presAssocID="{F1E10826-D38A-4D47-897F-574FC74568E8}" presName="vert1" presStyleCnt="0"/>
      <dgm:spPr/>
    </dgm:pt>
    <dgm:pt modelId="{3DE18D83-FAC9-4850-BF9E-E5E8522E2992}" type="pres">
      <dgm:prSet presAssocID="{DA570522-EC9D-4107-AFF4-189F36713ACF}" presName="thickLine" presStyleLbl="alignNode1" presStyleIdx="3" presStyleCnt="6"/>
      <dgm:spPr/>
    </dgm:pt>
    <dgm:pt modelId="{CBAC39B6-2F8F-469B-96A1-E9C9C257A711}" type="pres">
      <dgm:prSet presAssocID="{DA570522-EC9D-4107-AFF4-189F36713ACF}" presName="horz1" presStyleCnt="0"/>
      <dgm:spPr/>
    </dgm:pt>
    <dgm:pt modelId="{8AB3747F-9CC5-4788-A0DA-E64F19AB2734}" type="pres">
      <dgm:prSet presAssocID="{DA570522-EC9D-4107-AFF4-189F36713ACF}" presName="tx1" presStyleLbl="revTx" presStyleIdx="3" presStyleCnt="6"/>
      <dgm:spPr/>
    </dgm:pt>
    <dgm:pt modelId="{9B8D6287-92B8-4303-BEDE-A307AE00DC73}" type="pres">
      <dgm:prSet presAssocID="{DA570522-EC9D-4107-AFF4-189F36713ACF}" presName="vert1" presStyleCnt="0"/>
      <dgm:spPr/>
    </dgm:pt>
    <dgm:pt modelId="{1CA99C23-386F-401E-B50D-3F2D95F11497}" type="pres">
      <dgm:prSet presAssocID="{C010AA63-8682-4C52-B43F-819CFCA16513}" presName="thickLine" presStyleLbl="alignNode1" presStyleIdx="4" presStyleCnt="6"/>
      <dgm:spPr/>
    </dgm:pt>
    <dgm:pt modelId="{64AF414E-444F-41DB-9D57-B6E72E651C3F}" type="pres">
      <dgm:prSet presAssocID="{C010AA63-8682-4C52-B43F-819CFCA16513}" presName="horz1" presStyleCnt="0"/>
      <dgm:spPr/>
    </dgm:pt>
    <dgm:pt modelId="{43B308F2-01DD-4CBC-BB56-534E72DA1148}" type="pres">
      <dgm:prSet presAssocID="{C010AA63-8682-4C52-B43F-819CFCA16513}" presName="tx1" presStyleLbl="revTx" presStyleIdx="4" presStyleCnt="6"/>
      <dgm:spPr/>
    </dgm:pt>
    <dgm:pt modelId="{450CE3F1-DEA2-4843-842A-23AC2352FF23}" type="pres">
      <dgm:prSet presAssocID="{C010AA63-8682-4C52-B43F-819CFCA16513}" presName="vert1" presStyleCnt="0"/>
      <dgm:spPr/>
    </dgm:pt>
    <dgm:pt modelId="{B6151535-087C-4A1C-A754-7FA6341FF855}" type="pres">
      <dgm:prSet presAssocID="{3B421888-7428-44CB-8BBD-A485CEEB2C57}" presName="thickLine" presStyleLbl="alignNode1" presStyleIdx="5" presStyleCnt="6"/>
      <dgm:spPr/>
    </dgm:pt>
    <dgm:pt modelId="{A1C39153-81D6-47F8-B7E1-D1E29119BCDD}" type="pres">
      <dgm:prSet presAssocID="{3B421888-7428-44CB-8BBD-A485CEEB2C57}" presName="horz1" presStyleCnt="0"/>
      <dgm:spPr/>
    </dgm:pt>
    <dgm:pt modelId="{E0E6D889-2B40-40CC-AB1D-5400E38FEF88}" type="pres">
      <dgm:prSet presAssocID="{3B421888-7428-44CB-8BBD-A485CEEB2C57}" presName="tx1" presStyleLbl="revTx" presStyleIdx="5" presStyleCnt="6"/>
      <dgm:spPr/>
    </dgm:pt>
    <dgm:pt modelId="{3E808087-EAF4-4D05-9F56-50A775336D4A}" type="pres">
      <dgm:prSet presAssocID="{3B421888-7428-44CB-8BBD-A485CEEB2C57}" presName="vert1" presStyleCnt="0"/>
      <dgm:spPr/>
    </dgm:pt>
  </dgm:ptLst>
  <dgm:cxnLst>
    <dgm:cxn modelId="{5FB72B07-05E8-41C5-8A78-B0C799F8C521}" srcId="{705520F0-C1F0-4947-82C1-EDAF31AD65D5}" destId="{3B421888-7428-44CB-8BBD-A485CEEB2C57}" srcOrd="5" destOrd="0" parTransId="{B7A89EA4-6B6D-48F2-BD46-4878E6CBE89C}" sibTransId="{0401C7FE-0F8E-4A7E-8BDC-804FD1219345}"/>
    <dgm:cxn modelId="{A5C4DF0B-9FAF-40B1-885A-64A1CA645BD0}" type="presOf" srcId="{52AE5512-9857-4122-83FC-96B9A0E7B93C}" destId="{F4F4A66B-B653-4AA8-AF31-62EA81DA005B}" srcOrd="0" destOrd="0" presId="urn:microsoft.com/office/officeart/2008/layout/LinedList"/>
    <dgm:cxn modelId="{08EEF81C-8A40-48E1-B54A-348807893614}" srcId="{705520F0-C1F0-4947-82C1-EDAF31AD65D5}" destId="{DA570522-EC9D-4107-AFF4-189F36713ACF}" srcOrd="3" destOrd="0" parTransId="{68CDA3B8-CCC7-4512-8F49-F0671B86357F}" sibTransId="{114C230E-5AB6-43BB-B0CB-104374A7F056}"/>
    <dgm:cxn modelId="{0377311E-DB9B-42B4-8FAB-B6B3AF16490F}" type="presOf" srcId="{C010AA63-8682-4C52-B43F-819CFCA16513}" destId="{43B308F2-01DD-4CBC-BB56-534E72DA1148}" srcOrd="0" destOrd="0" presId="urn:microsoft.com/office/officeart/2008/layout/LinedList"/>
    <dgm:cxn modelId="{D29F7541-C811-4735-85F9-FC8D3BD70C74}" srcId="{705520F0-C1F0-4947-82C1-EDAF31AD65D5}" destId="{52AE5512-9857-4122-83FC-96B9A0E7B93C}" srcOrd="0" destOrd="0" parTransId="{B70D7816-D70D-4134-9B80-076CC33DC086}" sibTransId="{81E40161-734F-47AF-8921-13F9C685ECEA}"/>
    <dgm:cxn modelId="{70FAE64A-89E6-4055-B5F1-BEFA11F0A444}" srcId="{705520F0-C1F0-4947-82C1-EDAF31AD65D5}" destId="{F1E10826-D38A-4D47-897F-574FC74568E8}" srcOrd="2" destOrd="0" parTransId="{D82BA781-9F8A-49D5-8D13-D3F9A886B81A}" sibTransId="{1E91AD20-E64D-4160-8D38-D0F2CC09CD15}"/>
    <dgm:cxn modelId="{F3C8846E-8F42-4564-A175-4BAD34ED8098}" srcId="{705520F0-C1F0-4947-82C1-EDAF31AD65D5}" destId="{C010AA63-8682-4C52-B43F-819CFCA16513}" srcOrd="4" destOrd="0" parTransId="{D6E65A6E-C735-4006-87F0-8488006EEF6C}" sibTransId="{174DC924-1F7C-4A27-8BA6-4B4E160447BC}"/>
    <dgm:cxn modelId="{E90BA973-7D9A-40E1-B35B-ED76188C2CBC}" srcId="{705520F0-C1F0-4947-82C1-EDAF31AD65D5}" destId="{4B65EC55-5CE4-41E9-AAE8-BCAC2668854A}" srcOrd="1" destOrd="0" parTransId="{850FB3F6-8C43-4B7D-BA64-E271F2E73D11}" sibTransId="{AE0787B6-6007-4FE5-9540-FC2E40E55D1C}"/>
    <dgm:cxn modelId="{58278777-6541-4D5E-A84A-AD155A266C04}" type="presOf" srcId="{705520F0-C1F0-4947-82C1-EDAF31AD65D5}" destId="{07A80E37-BCBE-4A4D-A1C0-7A2F05B81AC7}" srcOrd="0" destOrd="0" presId="urn:microsoft.com/office/officeart/2008/layout/LinedList"/>
    <dgm:cxn modelId="{A194FD93-4A12-4D31-8900-BBBF912BA5B9}" type="presOf" srcId="{F1E10826-D38A-4D47-897F-574FC74568E8}" destId="{9EE90739-2C3C-4B24-A60E-6F8B5A344DDC}" srcOrd="0" destOrd="0" presId="urn:microsoft.com/office/officeart/2008/layout/LinedList"/>
    <dgm:cxn modelId="{5A1B229D-A603-4BBC-A3C9-C5DBED56A81D}" type="presOf" srcId="{DA570522-EC9D-4107-AFF4-189F36713ACF}" destId="{8AB3747F-9CC5-4788-A0DA-E64F19AB2734}" srcOrd="0" destOrd="0" presId="urn:microsoft.com/office/officeart/2008/layout/LinedList"/>
    <dgm:cxn modelId="{4999CAD4-A886-4BD5-9FD6-CF8ECD58F935}" type="presOf" srcId="{4B65EC55-5CE4-41E9-AAE8-BCAC2668854A}" destId="{FCEA9C51-3392-470B-8CEC-6C85FB6ABE1B}" srcOrd="0" destOrd="0" presId="urn:microsoft.com/office/officeart/2008/layout/LinedList"/>
    <dgm:cxn modelId="{2BF701DA-898C-41F7-AC2C-936D1BEDE141}" type="presOf" srcId="{3B421888-7428-44CB-8BBD-A485CEEB2C57}" destId="{E0E6D889-2B40-40CC-AB1D-5400E38FEF88}" srcOrd="0" destOrd="0" presId="urn:microsoft.com/office/officeart/2008/layout/LinedList"/>
    <dgm:cxn modelId="{C2E58493-B516-420E-8EBE-F94ACA8B891D}" type="presParOf" srcId="{07A80E37-BCBE-4A4D-A1C0-7A2F05B81AC7}" destId="{02DCB5AD-F475-4C61-98DB-66D868311B85}" srcOrd="0" destOrd="0" presId="urn:microsoft.com/office/officeart/2008/layout/LinedList"/>
    <dgm:cxn modelId="{8CCBE93E-2F2A-4B5F-992A-49CFF57BB3AE}" type="presParOf" srcId="{07A80E37-BCBE-4A4D-A1C0-7A2F05B81AC7}" destId="{7B4FEBA3-A840-4A95-8D2D-F99E3AEF0E07}" srcOrd="1" destOrd="0" presId="urn:microsoft.com/office/officeart/2008/layout/LinedList"/>
    <dgm:cxn modelId="{0E2DCF20-506D-4AC1-AD2A-5535D0935403}" type="presParOf" srcId="{7B4FEBA3-A840-4A95-8D2D-F99E3AEF0E07}" destId="{F4F4A66B-B653-4AA8-AF31-62EA81DA005B}" srcOrd="0" destOrd="0" presId="urn:microsoft.com/office/officeart/2008/layout/LinedList"/>
    <dgm:cxn modelId="{D783618D-2541-4FB1-AC97-987184944971}" type="presParOf" srcId="{7B4FEBA3-A840-4A95-8D2D-F99E3AEF0E07}" destId="{0A4D14D4-ABF6-4E80-898C-BCEDC83E11FB}" srcOrd="1" destOrd="0" presId="urn:microsoft.com/office/officeart/2008/layout/LinedList"/>
    <dgm:cxn modelId="{D1386E89-8650-46EE-9B90-51A2FDAE0CE3}" type="presParOf" srcId="{07A80E37-BCBE-4A4D-A1C0-7A2F05B81AC7}" destId="{D8CDD293-FCB6-409B-B96A-F4725597EEDB}" srcOrd="2" destOrd="0" presId="urn:microsoft.com/office/officeart/2008/layout/LinedList"/>
    <dgm:cxn modelId="{72FE4F9B-F51D-47AF-A988-10DA2A9823AA}" type="presParOf" srcId="{07A80E37-BCBE-4A4D-A1C0-7A2F05B81AC7}" destId="{2050EFD9-06D4-4CAF-9CE6-AF732CBADA4D}" srcOrd="3" destOrd="0" presId="urn:microsoft.com/office/officeart/2008/layout/LinedList"/>
    <dgm:cxn modelId="{46A28852-7418-4356-8621-69B724A30D12}" type="presParOf" srcId="{2050EFD9-06D4-4CAF-9CE6-AF732CBADA4D}" destId="{FCEA9C51-3392-470B-8CEC-6C85FB6ABE1B}" srcOrd="0" destOrd="0" presId="urn:microsoft.com/office/officeart/2008/layout/LinedList"/>
    <dgm:cxn modelId="{53D59009-05C2-40B8-892D-E71BA1B452E6}" type="presParOf" srcId="{2050EFD9-06D4-4CAF-9CE6-AF732CBADA4D}" destId="{572A407B-E0ED-4F80-85D2-A6775EF2F974}" srcOrd="1" destOrd="0" presId="urn:microsoft.com/office/officeart/2008/layout/LinedList"/>
    <dgm:cxn modelId="{EB1F59AA-A6A5-4483-B9D5-F6992C97C869}" type="presParOf" srcId="{07A80E37-BCBE-4A4D-A1C0-7A2F05B81AC7}" destId="{77752FE0-C53B-4B35-8A03-B5F51EA922F9}" srcOrd="4" destOrd="0" presId="urn:microsoft.com/office/officeart/2008/layout/LinedList"/>
    <dgm:cxn modelId="{4F094D9D-DF85-4325-B104-35A4967C3C1C}" type="presParOf" srcId="{07A80E37-BCBE-4A4D-A1C0-7A2F05B81AC7}" destId="{6C2A97E5-6887-4076-B46F-4C1F66F17D3D}" srcOrd="5" destOrd="0" presId="urn:microsoft.com/office/officeart/2008/layout/LinedList"/>
    <dgm:cxn modelId="{FAAFDDB2-9BBD-4C72-9CB0-011A68CC8AD2}" type="presParOf" srcId="{6C2A97E5-6887-4076-B46F-4C1F66F17D3D}" destId="{9EE90739-2C3C-4B24-A60E-6F8B5A344DDC}" srcOrd="0" destOrd="0" presId="urn:microsoft.com/office/officeart/2008/layout/LinedList"/>
    <dgm:cxn modelId="{EA644984-479D-41BA-B15E-173439C8E664}" type="presParOf" srcId="{6C2A97E5-6887-4076-B46F-4C1F66F17D3D}" destId="{3D2C417E-BCFD-4D65-B8EA-BD955A6263F4}" srcOrd="1" destOrd="0" presId="urn:microsoft.com/office/officeart/2008/layout/LinedList"/>
    <dgm:cxn modelId="{7F00B9D0-9A4E-4C53-A1B6-6E095149C4E2}" type="presParOf" srcId="{07A80E37-BCBE-4A4D-A1C0-7A2F05B81AC7}" destId="{3DE18D83-FAC9-4850-BF9E-E5E8522E2992}" srcOrd="6" destOrd="0" presId="urn:microsoft.com/office/officeart/2008/layout/LinedList"/>
    <dgm:cxn modelId="{7DAE4CC6-356A-4524-A78A-954499583FF0}" type="presParOf" srcId="{07A80E37-BCBE-4A4D-A1C0-7A2F05B81AC7}" destId="{CBAC39B6-2F8F-469B-96A1-E9C9C257A711}" srcOrd="7" destOrd="0" presId="urn:microsoft.com/office/officeart/2008/layout/LinedList"/>
    <dgm:cxn modelId="{CFC73690-1829-45AC-9170-F7EB58ADBE3D}" type="presParOf" srcId="{CBAC39B6-2F8F-469B-96A1-E9C9C257A711}" destId="{8AB3747F-9CC5-4788-A0DA-E64F19AB2734}" srcOrd="0" destOrd="0" presId="urn:microsoft.com/office/officeart/2008/layout/LinedList"/>
    <dgm:cxn modelId="{E95C007C-8338-4415-9030-98ABCE9E6D1C}" type="presParOf" srcId="{CBAC39B6-2F8F-469B-96A1-E9C9C257A711}" destId="{9B8D6287-92B8-4303-BEDE-A307AE00DC73}" srcOrd="1" destOrd="0" presId="urn:microsoft.com/office/officeart/2008/layout/LinedList"/>
    <dgm:cxn modelId="{7A404B16-C381-4125-9128-F4BF9D00D936}" type="presParOf" srcId="{07A80E37-BCBE-4A4D-A1C0-7A2F05B81AC7}" destId="{1CA99C23-386F-401E-B50D-3F2D95F11497}" srcOrd="8" destOrd="0" presId="urn:microsoft.com/office/officeart/2008/layout/LinedList"/>
    <dgm:cxn modelId="{C703C231-FEEA-47C2-842C-F37FF9443B62}" type="presParOf" srcId="{07A80E37-BCBE-4A4D-A1C0-7A2F05B81AC7}" destId="{64AF414E-444F-41DB-9D57-B6E72E651C3F}" srcOrd="9" destOrd="0" presId="urn:microsoft.com/office/officeart/2008/layout/LinedList"/>
    <dgm:cxn modelId="{6C6847DD-1583-420F-9CED-8481C7312CCF}" type="presParOf" srcId="{64AF414E-444F-41DB-9D57-B6E72E651C3F}" destId="{43B308F2-01DD-4CBC-BB56-534E72DA1148}" srcOrd="0" destOrd="0" presId="urn:microsoft.com/office/officeart/2008/layout/LinedList"/>
    <dgm:cxn modelId="{FE092F53-FCE0-4D36-9465-9D27AED7F4DF}" type="presParOf" srcId="{64AF414E-444F-41DB-9D57-B6E72E651C3F}" destId="{450CE3F1-DEA2-4843-842A-23AC2352FF23}" srcOrd="1" destOrd="0" presId="urn:microsoft.com/office/officeart/2008/layout/LinedList"/>
    <dgm:cxn modelId="{9BB5C154-677C-45ED-BE43-B4FDAED4EE50}" type="presParOf" srcId="{07A80E37-BCBE-4A4D-A1C0-7A2F05B81AC7}" destId="{B6151535-087C-4A1C-A754-7FA6341FF855}" srcOrd="10" destOrd="0" presId="urn:microsoft.com/office/officeart/2008/layout/LinedList"/>
    <dgm:cxn modelId="{240F51A5-898A-457D-A681-689FE452FB53}" type="presParOf" srcId="{07A80E37-BCBE-4A4D-A1C0-7A2F05B81AC7}" destId="{A1C39153-81D6-47F8-B7E1-D1E29119BCDD}" srcOrd="11" destOrd="0" presId="urn:microsoft.com/office/officeart/2008/layout/LinedList"/>
    <dgm:cxn modelId="{44AA5CC7-15BA-4D19-923D-2B948AF82593}" type="presParOf" srcId="{A1C39153-81D6-47F8-B7E1-D1E29119BCDD}" destId="{E0E6D889-2B40-40CC-AB1D-5400E38FEF88}" srcOrd="0" destOrd="0" presId="urn:microsoft.com/office/officeart/2008/layout/LinedList"/>
    <dgm:cxn modelId="{B2C11027-A2C9-4465-997E-8A857B35B185}" type="presParOf" srcId="{A1C39153-81D6-47F8-B7E1-D1E29119BCDD}" destId="{3E808087-EAF4-4D05-9F56-50A775336D4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5E2B998-4E6B-43DB-87A5-8595862D6D1C}"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E8AFBDBD-B2EB-4D39-B9DA-E8B5B616FA33}">
      <dgm:prSet/>
      <dgm:spPr/>
      <dgm:t>
        <a:bodyPr/>
        <a:lstStyle/>
        <a:p>
          <a:r>
            <a:rPr lang="en-US"/>
            <a:t>Much faster and more accurate for large datasets.</a:t>
          </a:r>
        </a:p>
      </dgm:t>
    </dgm:pt>
    <dgm:pt modelId="{42E37FFF-8FBF-4D92-8701-21C837213DD6}" type="parTrans" cxnId="{9382B643-1A88-48B8-9E7B-AD714FE0200B}">
      <dgm:prSet/>
      <dgm:spPr/>
      <dgm:t>
        <a:bodyPr/>
        <a:lstStyle/>
        <a:p>
          <a:endParaRPr lang="en-US"/>
        </a:p>
      </dgm:t>
    </dgm:pt>
    <dgm:pt modelId="{3CDC895A-9C8F-4D9F-8660-1DA9BDE87477}" type="sibTrans" cxnId="{9382B643-1A88-48B8-9E7B-AD714FE0200B}">
      <dgm:prSet/>
      <dgm:spPr/>
      <dgm:t>
        <a:bodyPr/>
        <a:lstStyle/>
        <a:p>
          <a:endParaRPr lang="en-US"/>
        </a:p>
      </dgm:t>
    </dgm:pt>
    <dgm:pt modelId="{AE1BF336-DAD6-4110-BAAA-AD5600F87556}">
      <dgm:prSet/>
      <dgm:spPr/>
      <dgm:t>
        <a:bodyPr/>
        <a:lstStyle/>
        <a:p>
          <a:r>
            <a:rPr lang="en-US"/>
            <a:t>Works for regression and classification</a:t>
          </a:r>
        </a:p>
      </dgm:t>
    </dgm:pt>
    <dgm:pt modelId="{C49BB631-795F-4F6D-B448-B1362162DF3E}" type="parTrans" cxnId="{92ED29DA-ABE7-48C7-930B-F869DCD5F29A}">
      <dgm:prSet/>
      <dgm:spPr/>
      <dgm:t>
        <a:bodyPr/>
        <a:lstStyle/>
        <a:p>
          <a:endParaRPr lang="en-US"/>
        </a:p>
      </dgm:t>
    </dgm:pt>
    <dgm:pt modelId="{97CB6A8A-7DB8-48AC-A1BC-4380437B8D04}" type="sibTrans" cxnId="{92ED29DA-ABE7-48C7-930B-F869DCD5F29A}">
      <dgm:prSet/>
      <dgm:spPr/>
      <dgm:t>
        <a:bodyPr/>
        <a:lstStyle/>
        <a:p>
          <a:endParaRPr lang="en-US"/>
        </a:p>
      </dgm:t>
    </dgm:pt>
    <dgm:pt modelId="{223016A2-242D-4F7E-89E9-5C5E96AFC836}">
      <dgm:prSet/>
      <dgm:spPr/>
      <dgm:t>
        <a:bodyPr/>
        <a:lstStyle/>
        <a:p>
          <a:r>
            <a:rPr lang="en-US"/>
            <a:t>Has many Hyperparameters to tune.</a:t>
          </a:r>
        </a:p>
      </dgm:t>
    </dgm:pt>
    <dgm:pt modelId="{B97D3892-1478-48D1-8470-E30E8A8265A6}" type="parTrans" cxnId="{9CEDB0AE-BD38-4DB6-88A7-1D434E2A8179}">
      <dgm:prSet/>
      <dgm:spPr/>
      <dgm:t>
        <a:bodyPr/>
        <a:lstStyle/>
        <a:p>
          <a:endParaRPr lang="en-US"/>
        </a:p>
      </dgm:t>
    </dgm:pt>
    <dgm:pt modelId="{D39B952C-23CB-4E06-BB29-C0CAFBD905C3}" type="sibTrans" cxnId="{9CEDB0AE-BD38-4DB6-88A7-1D434E2A8179}">
      <dgm:prSet/>
      <dgm:spPr/>
      <dgm:t>
        <a:bodyPr/>
        <a:lstStyle/>
        <a:p>
          <a:endParaRPr lang="en-US"/>
        </a:p>
      </dgm:t>
    </dgm:pt>
    <dgm:pt modelId="{6FF16C9E-377F-4193-81E2-6B71B6EEA84D}" type="pres">
      <dgm:prSet presAssocID="{95E2B998-4E6B-43DB-87A5-8595862D6D1C}" presName="vert0" presStyleCnt="0">
        <dgm:presLayoutVars>
          <dgm:dir/>
          <dgm:animOne val="branch"/>
          <dgm:animLvl val="lvl"/>
        </dgm:presLayoutVars>
      </dgm:prSet>
      <dgm:spPr/>
    </dgm:pt>
    <dgm:pt modelId="{AC5F9C76-11A2-46C5-BCE0-57C384DE4B46}" type="pres">
      <dgm:prSet presAssocID="{E8AFBDBD-B2EB-4D39-B9DA-E8B5B616FA33}" presName="thickLine" presStyleLbl="alignNode1" presStyleIdx="0" presStyleCnt="3"/>
      <dgm:spPr/>
    </dgm:pt>
    <dgm:pt modelId="{E328F3F1-818F-47A3-A779-A5FD32835337}" type="pres">
      <dgm:prSet presAssocID="{E8AFBDBD-B2EB-4D39-B9DA-E8B5B616FA33}" presName="horz1" presStyleCnt="0"/>
      <dgm:spPr/>
    </dgm:pt>
    <dgm:pt modelId="{3DB34DE2-639A-4A73-B972-8C969AF3D8CF}" type="pres">
      <dgm:prSet presAssocID="{E8AFBDBD-B2EB-4D39-B9DA-E8B5B616FA33}" presName="tx1" presStyleLbl="revTx" presStyleIdx="0" presStyleCnt="3"/>
      <dgm:spPr/>
    </dgm:pt>
    <dgm:pt modelId="{F0F44B60-9D4C-45E5-9AE9-9FDCCE4AC8B6}" type="pres">
      <dgm:prSet presAssocID="{E8AFBDBD-B2EB-4D39-B9DA-E8B5B616FA33}" presName="vert1" presStyleCnt="0"/>
      <dgm:spPr/>
    </dgm:pt>
    <dgm:pt modelId="{872B292C-911E-4464-BE90-C4FD04D61F10}" type="pres">
      <dgm:prSet presAssocID="{AE1BF336-DAD6-4110-BAAA-AD5600F87556}" presName="thickLine" presStyleLbl="alignNode1" presStyleIdx="1" presStyleCnt="3"/>
      <dgm:spPr/>
    </dgm:pt>
    <dgm:pt modelId="{604FBDF2-2CE3-4869-971B-C8F34C64CA97}" type="pres">
      <dgm:prSet presAssocID="{AE1BF336-DAD6-4110-BAAA-AD5600F87556}" presName="horz1" presStyleCnt="0"/>
      <dgm:spPr/>
    </dgm:pt>
    <dgm:pt modelId="{3E9E7B3A-C001-408D-B398-064BD0CB269E}" type="pres">
      <dgm:prSet presAssocID="{AE1BF336-DAD6-4110-BAAA-AD5600F87556}" presName="tx1" presStyleLbl="revTx" presStyleIdx="1" presStyleCnt="3"/>
      <dgm:spPr/>
    </dgm:pt>
    <dgm:pt modelId="{D9A15DF5-4F0B-480E-96CA-231A8A90D18A}" type="pres">
      <dgm:prSet presAssocID="{AE1BF336-DAD6-4110-BAAA-AD5600F87556}" presName="vert1" presStyleCnt="0"/>
      <dgm:spPr/>
    </dgm:pt>
    <dgm:pt modelId="{0838CC70-82D9-4D39-BCE0-88B6E819A301}" type="pres">
      <dgm:prSet presAssocID="{223016A2-242D-4F7E-89E9-5C5E96AFC836}" presName="thickLine" presStyleLbl="alignNode1" presStyleIdx="2" presStyleCnt="3"/>
      <dgm:spPr/>
    </dgm:pt>
    <dgm:pt modelId="{8CB12A02-E141-4A37-9DA7-1D4ECF61F790}" type="pres">
      <dgm:prSet presAssocID="{223016A2-242D-4F7E-89E9-5C5E96AFC836}" presName="horz1" presStyleCnt="0"/>
      <dgm:spPr/>
    </dgm:pt>
    <dgm:pt modelId="{FA4CE6B6-6E8E-4BCD-9E49-B2977C0A3F97}" type="pres">
      <dgm:prSet presAssocID="{223016A2-242D-4F7E-89E9-5C5E96AFC836}" presName="tx1" presStyleLbl="revTx" presStyleIdx="2" presStyleCnt="3"/>
      <dgm:spPr/>
    </dgm:pt>
    <dgm:pt modelId="{CE204B21-D56D-46D9-A1D1-2C4667EDB883}" type="pres">
      <dgm:prSet presAssocID="{223016A2-242D-4F7E-89E9-5C5E96AFC836}" presName="vert1" presStyleCnt="0"/>
      <dgm:spPr/>
    </dgm:pt>
  </dgm:ptLst>
  <dgm:cxnLst>
    <dgm:cxn modelId="{1A9B8624-8F1E-4C7B-8B4D-645B6E1BBF95}" type="presOf" srcId="{AE1BF336-DAD6-4110-BAAA-AD5600F87556}" destId="{3E9E7B3A-C001-408D-B398-064BD0CB269E}" srcOrd="0" destOrd="0" presId="urn:microsoft.com/office/officeart/2008/layout/LinedList"/>
    <dgm:cxn modelId="{10797837-219A-4C75-B789-108F467FAC49}" type="presOf" srcId="{E8AFBDBD-B2EB-4D39-B9DA-E8B5B616FA33}" destId="{3DB34DE2-639A-4A73-B972-8C969AF3D8CF}" srcOrd="0" destOrd="0" presId="urn:microsoft.com/office/officeart/2008/layout/LinedList"/>
    <dgm:cxn modelId="{9382B643-1A88-48B8-9E7B-AD714FE0200B}" srcId="{95E2B998-4E6B-43DB-87A5-8595862D6D1C}" destId="{E8AFBDBD-B2EB-4D39-B9DA-E8B5B616FA33}" srcOrd="0" destOrd="0" parTransId="{42E37FFF-8FBF-4D92-8701-21C837213DD6}" sibTransId="{3CDC895A-9C8F-4D9F-8660-1DA9BDE87477}"/>
    <dgm:cxn modelId="{10E89874-D797-4291-8C6E-214C3712DC7A}" type="presOf" srcId="{223016A2-242D-4F7E-89E9-5C5E96AFC836}" destId="{FA4CE6B6-6E8E-4BCD-9E49-B2977C0A3F97}" srcOrd="0" destOrd="0" presId="urn:microsoft.com/office/officeart/2008/layout/LinedList"/>
    <dgm:cxn modelId="{9CEDB0AE-BD38-4DB6-88A7-1D434E2A8179}" srcId="{95E2B998-4E6B-43DB-87A5-8595862D6D1C}" destId="{223016A2-242D-4F7E-89E9-5C5E96AFC836}" srcOrd="2" destOrd="0" parTransId="{B97D3892-1478-48D1-8470-E30E8A8265A6}" sibTransId="{D39B952C-23CB-4E06-BB29-C0CAFBD905C3}"/>
    <dgm:cxn modelId="{92ED29DA-ABE7-48C7-930B-F869DCD5F29A}" srcId="{95E2B998-4E6B-43DB-87A5-8595862D6D1C}" destId="{AE1BF336-DAD6-4110-BAAA-AD5600F87556}" srcOrd="1" destOrd="0" parTransId="{C49BB631-795F-4F6D-B448-B1362162DF3E}" sibTransId="{97CB6A8A-7DB8-48AC-A1BC-4380437B8D04}"/>
    <dgm:cxn modelId="{909834F2-1617-4617-A978-C361958B54D0}" type="presOf" srcId="{95E2B998-4E6B-43DB-87A5-8595862D6D1C}" destId="{6FF16C9E-377F-4193-81E2-6B71B6EEA84D}" srcOrd="0" destOrd="0" presId="urn:microsoft.com/office/officeart/2008/layout/LinedList"/>
    <dgm:cxn modelId="{C03B895D-80B2-4CF0-8CAE-047508C03927}" type="presParOf" srcId="{6FF16C9E-377F-4193-81E2-6B71B6EEA84D}" destId="{AC5F9C76-11A2-46C5-BCE0-57C384DE4B46}" srcOrd="0" destOrd="0" presId="urn:microsoft.com/office/officeart/2008/layout/LinedList"/>
    <dgm:cxn modelId="{7D799730-A318-478F-A0E7-E0DB1FF8B5DC}" type="presParOf" srcId="{6FF16C9E-377F-4193-81E2-6B71B6EEA84D}" destId="{E328F3F1-818F-47A3-A779-A5FD32835337}" srcOrd="1" destOrd="0" presId="urn:microsoft.com/office/officeart/2008/layout/LinedList"/>
    <dgm:cxn modelId="{A14ED4B5-6242-4D5B-8D95-24F1F251D419}" type="presParOf" srcId="{E328F3F1-818F-47A3-A779-A5FD32835337}" destId="{3DB34DE2-639A-4A73-B972-8C969AF3D8CF}" srcOrd="0" destOrd="0" presId="urn:microsoft.com/office/officeart/2008/layout/LinedList"/>
    <dgm:cxn modelId="{B0F16240-F5BA-4BF4-8451-7B7ECC4882D7}" type="presParOf" srcId="{E328F3F1-818F-47A3-A779-A5FD32835337}" destId="{F0F44B60-9D4C-45E5-9AE9-9FDCCE4AC8B6}" srcOrd="1" destOrd="0" presId="urn:microsoft.com/office/officeart/2008/layout/LinedList"/>
    <dgm:cxn modelId="{58D092FD-FBD4-4870-B739-2D09ABEB9647}" type="presParOf" srcId="{6FF16C9E-377F-4193-81E2-6B71B6EEA84D}" destId="{872B292C-911E-4464-BE90-C4FD04D61F10}" srcOrd="2" destOrd="0" presId="urn:microsoft.com/office/officeart/2008/layout/LinedList"/>
    <dgm:cxn modelId="{E3D5B580-E3D4-4069-83DB-AE0BF4435D50}" type="presParOf" srcId="{6FF16C9E-377F-4193-81E2-6B71B6EEA84D}" destId="{604FBDF2-2CE3-4869-971B-C8F34C64CA97}" srcOrd="3" destOrd="0" presId="urn:microsoft.com/office/officeart/2008/layout/LinedList"/>
    <dgm:cxn modelId="{F6F3BDC7-7A69-43C8-839C-54E2181380A9}" type="presParOf" srcId="{604FBDF2-2CE3-4869-971B-C8F34C64CA97}" destId="{3E9E7B3A-C001-408D-B398-064BD0CB269E}" srcOrd="0" destOrd="0" presId="urn:microsoft.com/office/officeart/2008/layout/LinedList"/>
    <dgm:cxn modelId="{4563C5A3-948F-48F6-BCA5-26900D3F2215}" type="presParOf" srcId="{604FBDF2-2CE3-4869-971B-C8F34C64CA97}" destId="{D9A15DF5-4F0B-480E-96CA-231A8A90D18A}" srcOrd="1" destOrd="0" presId="urn:microsoft.com/office/officeart/2008/layout/LinedList"/>
    <dgm:cxn modelId="{53472030-13AB-4B79-B186-9D0DEA7EB1C3}" type="presParOf" srcId="{6FF16C9E-377F-4193-81E2-6B71B6EEA84D}" destId="{0838CC70-82D9-4D39-BCE0-88B6E819A301}" srcOrd="4" destOrd="0" presId="urn:microsoft.com/office/officeart/2008/layout/LinedList"/>
    <dgm:cxn modelId="{650D3984-1561-4AF1-85DE-7D24ABB7979F}" type="presParOf" srcId="{6FF16C9E-377F-4193-81E2-6B71B6EEA84D}" destId="{8CB12A02-E141-4A37-9DA7-1D4ECF61F790}" srcOrd="5" destOrd="0" presId="urn:microsoft.com/office/officeart/2008/layout/LinedList"/>
    <dgm:cxn modelId="{21FE28BC-B6D3-4FA0-B550-0129B8D4441E}" type="presParOf" srcId="{8CB12A02-E141-4A37-9DA7-1D4ECF61F790}" destId="{FA4CE6B6-6E8E-4BCD-9E49-B2977C0A3F97}" srcOrd="0" destOrd="0" presId="urn:microsoft.com/office/officeart/2008/layout/LinedList"/>
    <dgm:cxn modelId="{280CAB74-AC76-492D-A123-445B97ED2811}" type="presParOf" srcId="{8CB12A02-E141-4A37-9DA7-1D4ECF61F790}" destId="{CE204B21-D56D-46D9-A1D1-2C4667EDB88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111E01-2DCD-4618-9F24-74AAB2F0A86F}">
      <dsp:nvSpPr>
        <dsp:cNvPr id="0" name=""/>
        <dsp:cNvSpPr/>
      </dsp:nvSpPr>
      <dsp:spPr>
        <a:xfrm>
          <a:off x="0" y="88929"/>
          <a:ext cx="6666833" cy="128013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Main idea:</a:t>
          </a:r>
        </a:p>
      </dsp:txBody>
      <dsp:txXfrm>
        <a:off x="62491" y="151420"/>
        <a:ext cx="6541851" cy="1155153"/>
      </dsp:txXfrm>
    </dsp:sp>
    <dsp:sp modelId="{0E64CB4C-0B1E-4D04-8EE4-3C78C37F8EB5}">
      <dsp:nvSpPr>
        <dsp:cNvPr id="0" name=""/>
        <dsp:cNvSpPr/>
      </dsp:nvSpPr>
      <dsp:spPr>
        <a:xfrm>
          <a:off x="0" y="1420904"/>
          <a:ext cx="6666833" cy="1280135"/>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Combine many weak learners model usually Decision Tree with depth = 1 nothing but node with 2 leaf and make strong model.</a:t>
          </a:r>
        </a:p>
      </dsp:txBody>
      <dsp:txXfrm>
        <a:off x="62491" y="1483395"/>
        <a:ext cx="6541851" cy="1155153"/>
      </dsp:txXfrm>
    </dsp:sp>
    <dsp:sp modelId="{F2C97C76-D170-4853-A7B3-DE3FDDD8F1A9}">
      <dsp:nvSpPr>
        <dsp:cNvPr id="0" name=""/>
        <dsp:cNvSpPr/>
      </dsp:nvSpPr>
      <dsp:spPr>
        <a:xfrm>
          <a:off x="0" y="2752880"/>
          <a:ext cx="6666833" cy="1280135"/>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Each new model focuses more on the mistakes or incorrected prediction value made by previous model.</a:t>
          </a:r>
        </a:p>
      </dsp:txBody>
      <dsp:txXfrm>
        <a:off x="62491" y="2815371"/>
        <a:ext cx="6541851" cy="1155153"/>
      </dsp:txXfrm>
    </dsp:sp>
    <dsp:sp modelId="{DD8DC166-F3C5-4E63-BD4D-6523245BA281}">
      <dsp:nvSpPr>
        <dsp:cNvPr id="0" name=""/>
        <dsp:cNvSpPr/>
      </dsp:nvSpPr>
      <dsp:spPr>
        <a:xfrm>
          <a:off x="0" y="4084855"/>
          <a:ext cx="6666833" cy="1280135"/>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 And it adjusts weights by correctly predicted reduce the weight and incorrectly predicted increase the weight and pass it to next model there by next model give more importance to incorrectly predicted row. So hard to predict points get more attention.</a:t>
          </a:r>
        </a:p>
      </dsp:txBody>
      <dsp:txXfrm>
        <a:off x="62491" y="4147346"/>
        <a:ext cx="6541851" cy="11551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87440-7683-4F56-82CB-3DB041D3445E}">
      <dsp:nvSpPr>
        <dsp:cNvPr id="0" name=""/>
        <dsp:cNvSpPr/>
      </dsp:nvSpPr>
      <dsp:spPr>
        <a:xfrm>
          <a:off x="0" y="665"/>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0C2473B-3E49-4E43-8910-7A2598650117}">
      <dsp:nvSpPr>
        <dsp:cNvPr id="0" name=""/>
        <dsp:cNvSpPr/>
      </dsp:nvSpPr>
      <dsp:spPr>
        <a:xfrm>
          <a:off x="0" y="665"/>
          <a:ext cx="6666833" cy="77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Start with equal weights for all training samples.</a:t>
          </a:r>
        </a:p>
      </dsp:txBody>
      <dsp:txXfrm>
        <a:off x="0" y="665"/>
        <a:ext cx="6666833" cy="778941"/>
      </dsp:txXfrm>
    </dsp:sp>
    <dsp:sp modelId="{3CCE51EC-DE65-4EF7-A3D1-209C7C300D76}">
      <dsp:nvSpPr>
        <dsp:cNvPr id="0" name=""/>
        <dsp:cNvSpPr/>
      </dsp:nvSpPr>
      <dsp:spPr>
        <a:xfrm>
          <a:off x="0" y="779606"/>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14300FA-9694-43F8-9248-600BBB9B0AEE}">
      <dsp:nvSpPr>
        <dsp:cNvPr id="0" name=""/>
        <dsp:cNvSpPr/>
      </dsp:nvSpPr>
      <dsp:spPr>
        <a:xfrm>
          <a:off x="0" y="779606"/>
          <a:ext cx="6666833" cy="77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Train the first weak learner.</a:t>
          </a:r>
        </a:p>
      </dsp:txBody>
      <dsp:txXfrm>
        <a:off x="0" y="779606"/>
        <a:ext cx="6666833" cy="778941"/>
      </dsp:txXfrm>
    </dsp:sp>
    <dsp:sp modelId="{4A187F1B-AAC2-4A49-83E2-3B1E9B2170F0}">
      <dsp:nvSpPr>
        <dsp:cNvPr id="0" name=""/>
        <dsp:cNvSpPr/>
      </dsp:nvSpPr>
      <dsp:spPr>
        <a:xfrm>
          <a:off x="0" y="1558548"/>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C75BE05-5BEE-430E-A48F-B5B0E085030E}">
      <dsp:nvSpPr>
        <dsp:cNvPr id="0" name=""/>
        <dsp:cNvSpPr/>
      </dsp:nvSpPr>
      <dsp:spPr>
        <a:xfrm>
          <a:off x="0" y="1558548"/>
          <a:ext cx="6666833" cy="77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Check which points are predicted incorrectly</a:t>
          </a:r>
        </a:p>
      </dsp:txBody>
      <dsp:txXfrm>
        <a:off x="0" y="1558548"/>
        <a:ext cx="6666833" cy="778941"/>
      </dsp:txXfrm>
    </dsp:sp>
    <dsp:sp modelId="{B2E658A1-556A-49B3-8E06-E00E81BE2E0A}">
      <dsp:nvSpPr>
        <dsp:cNvPr id="0" name=""/>
        <dsp:cNvSpPr/>
      </dsp:nvSpPr>
      <dsp:spPr>
        <a:xfrm>
          <a:off x="0" y="2337489"/>
          <a:ext cx="666683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F857FB6-9649-41BE-A1AE-5F4C2F249AC9}">
      <dsp:nvSpPr>
        <dsp:cNvPr id="0" name=""/>
        <dsp:cNvSpPr/>
      </dsp:nvSpPr>
      <dsp:spPr>
        <a:xfrm>
          <a:off x="0" y="2337489"/>
          <a:ext cx="6666833" cy="77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Increase weight for thr misclassified and mispredicted points.</a:t>
          </a:r>
        </a:p>
      </dsp:txBody>
      <dsp:txXfrm>
        <a:off x="0" y="2337489"/>
        <a:ext cx="6666833" cy="778941"/>
      </dsp:txXfrm>
    </dsp:sp>
    <dsp:sp modelId="{E6D603E5-42B7-4F44-86A6-991B0345443B}">
      <dsp:nvSpPr>
        <dsp:cNvPr id="0" name=""/>
        <dsp:cNvSpPr/>
      </dsp:nvSpPr>
      <dsp:spPr>
        <a:xfrm>
          <a:off x="0" y="3116430"/>
          <a:ext cx="666683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1270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179A289-0C53-4468-9F3B-29DBA467EE10}">
      <dsp:nvSpPr>
        <dsp:cNvPr id="0" name=""/>
        <dsp:cNvSpPr/>
      </dsp:nvSpPr>
      <dsp:spPr>
        <a:xfrm>
          <a:off x="0" y="3116430"/>
          <a:ext cx="6666833" cy="77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Train nect weak learner model on this weighted data.</a:t>
          </a:r>
        </a:p>
      </dsp:txBody>
      <dsp:txXfrm>
        <a:off x="0" y="3116430"/>
        <a:ext cx="6666833" cy="778941"/>
      </dsp:txXfrm>
    </dsp:sp>
    <dsp:sp modelId="{570E0AD6-E4B9-476D-8B4A-B43A95C70494}">
      <dsp:nvSpPr>
        <dsp:cNvPr id="0" name=""/>
        <dsp:cNvSpPr/>
      </dsp:nvSpPr>
      <dsp:spPr>
        <a:xfrm>
          <a:off x="0" y="3895371"/>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6C7A510-8A63-438A-8933-0E06EC1AD9CD}">
      <dsp:nvSpPr>
        <dsp:cNvPr id="0" name=""/>
        <dsp:cNvSpPr/>
      </dsp:nvSpPr>
      <dsp:spPr>
        <a:xfrm>
          <a:off x="0" y="3895371"/>
          <a:ext cx="6666833" cy="77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Repeat until the set number of learners is reached.</a:t>
          </a:r>
        </a:p>
      </dsp:txBody>
      <dsp:txXfrm>
        <a:off x="0" y="3895371"/>
        <a:ext cx="6666833" cy="778941"/>
      </dsp:txXfrm>
    </dsp:sp>
    <dsp:sp modelId="{C29FA642-604C-4E29-B7CC-E5BBBFA04A6F}">
      <dsp:nvSpPr>
        <dsp:cNvPr id="0" name=""/>
        <dsp:cNvSpPr/>
      </dsp:nvSpPr>
      <dsp:spPr>
        <a:xfrm>
          <a:off x="0" y="4674313"/>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C5915D3C-6526-4CCE-B05F-9BBFBBBEAFDF}">
      <dsp:nvSpPr>
        <dsp:cNvPr id="0" name=""/>
        <dsp:cNvSpPr/>
      </dsp:nvSpPr>
      <dsp:spPr>
        <a:xfrm>
          <a:off x="0" y="4674313"/>
          <a:ext cx="6666833" cy="778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Combine all learners giving more importance weight to once with better performance.</a:t>
          </a:r>
        </a:p>
      </dsp:txBody>
      <dsp:txXfrm>
        <a:off x="0" y="4674313"/>
        <a:ext cx="6666833" cy="7789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12380-F5D7-4980-ABF5-B394FF97D70F}">
      <dsp:nvSpPr>
        <dsp:cNvPr id="0" name=""/>
        <dsp:cNvSpPr/>
      </dsp:nvSpPr>
      <dsp:spPr>
        <a:xfrm>
          <a:off x="0" y="2663"/>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38EC4DA-8599-4038-A51A-DF95C071875A}">
      <dsp:nvSpPr>
        <dsp:cNvPr id="0" name=""/>
        <dsp:cNvSpPr/>
      </dsp:nvSpPr>
      <dsp:spPr>
        <a:xfrm>
          <a:off x="0" y="2663"/>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Work for both regression and classification.</a:t>
          </a:r>
        </a:p>
      </dsp:txBody>
      <dsp:txXfrm>
        <a:off x="0" y="2663"/>
        <a:ext cx="6666833" cy="1816197"/>
      </dsp:txXfrm>
    </dsp:sp>
    <dsp:sp modelId="{BCBDE1E1-E8AB-4ED3-96E1-EBB27717435A}">
      <dsp:nvSpPr>
        <dsp:cNvPr id="0" name=""/>
        <dsp:cNvSpPr/>
      </dsp:nvSpPr>
      <dsp:spPr>
        <a:xfrm>
          <a:off x="0" y="1818861"/>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622B93C-53E6-4868-9668-CDD56B8583F4}">
      <dsp:nvSpPr>
        <dsp:cNvPr id="0" name=""/>
        <dsp:cNvSpPr/>
      </dsp:nvSpPr>
      <dsp:spPr>
        <a:xfrm>
          <a:off x="0" y="1818861"/>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Work well on clean data but sensitive to noise &amp; Outliers</a:t>
          </a:r>
        </a:p>
      </dsp:txBody>
      <dsp:txXfrm>
        <a:off x="0" y="1818861"/>
        <a:ext cx="6666833" cy="1816197"/>
      </dsp:txXfrm>
    </dsp:sp>
    <dsp:sp modelId="{B993B4EE-F76F-4E46-988F-D3C8118D86D5}">
      <dsp:nvSpPr>
        <dsp:cNvPr id="0" name=""/>
        <dsp:cNvSpPr/>
      </dsp:nvSpPr>
      <dsp:spPr>
        <a:xfrm>
          <a:off x="0" y="3635058"/>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2666552-95C9-4CFD-A754-3122366AB0DA}">
      <dsp:nvSpPr>
        <dsp:cNvPr id="0" name=""/>
        <dsp:cNvSpPr/>
      </dsp:nvSpPr>
      <dsp:spPr>
        <a:xfrm>
          <a:off x="0" y="3635058"/>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Work exponential weight updates based on prediction error.</a:t>
          </a:r>
        </a:p>
      </dsp:txBody>
      <dsp:txXfrm>
        <a:off x="0" y="3635058"/>
        <a:ext cx="6666833" cy="18161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E8908B-7329-4860-8C57-253AE94AF422}">
      <dsp:nvSpPr>
        <dsp:cNvPr id="0" name=""/>
        <dsp:cNvSpPr/>
      </dsp:nvSpPr>
      <dsp:spPr>
        <a:xfrm>
          <a:off x="0" y="0"/>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517A2DD-8D22-4072-A0CC-6770FFED7844}">
      <dsp:nvSpPr>
        <dsp:cNvPr id="0" name=""/>
        <dsp:cNvSpPr/>
      </dsp:nvSpPr>
      <dsp:spPr>
        <a:xfrm>
          <a:off x="0" y="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Main Idea:</a:t>
          </a:r>
        </a:p>
      </dsp:txBody>
      <dsp:txXfrm>
        <a:off x="0" y="0"/>
        <a:ext cx="6666833" cy="1363480"/>
      </dsp:txXfrm>
    </dsp:sp>
    <dsp:sp modelId="{C9A41283-71C2-41F0-B8EA-6EBEDBF66D6C}">
      <dsp:nvSpPr>
        <dsp:cNvPr id="0" name=""/>
        <dsp:cNvSpPr/>
      </dsp:nvSpPr>
      <dsp:spPr>
        <a:xfrm>
          <a:off x="0" y="1363480"/>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03F177C-1447-4FDE-ACC7-DB43E1824387}">
      <dsp:nvSpPr>
        <dsp:cNvPr id="0" name=""/>
        <dsp:cNvSpPr/>
      </dsp:nvSpPr>
      <dsp:spPr>
        <a:xfrm>
          <a:off x="0" y="136348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 Builds tree sequentially just like AdaBoost.</a:t>
          </a:r>
        </a:p>
      </dsp:txBody>
      <dsp:txXfrm>
        <a:off x="0" y="1363480"/>
        <a:ext cx="6666833" cy="1363480"/>
      </dsp:txXfrm>
    </dsp:sp>
    <dsp:sp modelId="{362E508F-1961-43AE-BA95-B5E28FDA85A2}">
      <dsp:nvSpPr>
        <dsp:cNvPr id="0" name=""/>
        <dsp:cNvSpPr/>
      </dsp:nvSpPr>
      <dsp:spPr>
        <a:xfrm>
          <a:off x="0" y="2726960"/>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98C0F36-960A-4425-B5B6-79A81D258BF7}">
      <dsp:nvSpPr>
        <dsp:cNvPr id="0" name=""/>
        <dsp:cNvSpPr/>
      </dsp:nvSpPr>
      <dsp:spPr>
        <a:xfrm>
          <a:off x="0" y="272696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 Instead of adjusting weights, it fits the new model to the residual errors of the previous model using gradient decent.</a:t>
          </a:r>
        </a:p>
      </dsp:txBody>
      <dsp:txXfrm>
        <a:off x="0" y="2726960"/>
        <a:ext cx="6666833" cy="1363480"/>
      </dsp:txXfrm>
    </dsp:sp>
    <dsp:sp modelId="{876DDFFA-1B6D-40DF-BDC4-E927998F2C7F}">
      <dsp:nvSpPr>
        <dsp:cNvPr id="0" name=""/>
        <dsp:cNvSpPr/>
      </dsp:nvSpPr>
      <dsp:spPr>
        <a:xfrm>
          <a:off x="0" y="4090440"/>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8186BB4-0E5D-4526-93E4-CA6D9ABDADEE}">
      <dsp:nvSpPr>
        <dsp:cNvPr id="0" name=""/>
        <dsp:cNvSpPr/>
      </dsp:nvSpPr>
      <dsp:spPr>
        <a:xfrm>
          <a:off x="0" y="409044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 More flexible work with various loss functions not just exponential loss.</a:t>
          </a:r>
        </a:p>
      </dsp:txBody>
      <dsp:txXfrm>
        <a:off x="0" y="4090440"/>
        <a:ext cx="6666833" cy="13634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C137CA-5FF1-49D0-8361-BED63EAD46A6}">
      <dsp:nvSpPr>
        <dsp:cNvPr id="0" name=""/>
        <dsp:cNvSpPr/>
      </dsp:nvSpPr>
      <dsp:spPr>
        <a:xfrm>
          <a:off x="0" y="0"/>
          <a:ext cx="5778758" cy="111156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Tries to minimize a loss function step by step.</a:t>
          </a:r>
        </a:p>
      </dsp:txBody>
      <dsp:txXfrm>
        <a:off x="32557" y="32557"/>
        <a:ext cx="4579291" cy="1046451"/>
      </dsp:txXfrm>
    </dsp:sp>
    <dsp:sp modelId="{EAA50459-F003-4D9F-BA3D-C89CABAE2C2E}">
      <dsp:nvSpPr>
        <dsp:cNvPr id="0" name=""/>
        <dsp:cNvSpPr/>
      </dsp:nvSpPr>
      <dsp:spPr>
        <a:xfrm>
          <a:off x="509890" y="1296825"/>
          <a:ext cx="5778758" cy="1111565"/>
        </a:xfrm>
        <a:prstGeom prst="roundRect">
          <a:avLst>
            <a:gd name="adj" fmla="val 10000"/>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Slower than Adaboost, but usually more accurate.</a:t>
          </a:r>
        </a:p>
      </dsp:txBody>
      <dsp:txXfrm>
        <a:off x="542447" y="1329382"/>
        <a:ext cx="4481236" cy="1046451"/>
      </dsp:txXfrm>
    </dsp:sp>
    <dsp:sp modelId="{85C956D3-7548-483F-9B23-09878A04B4F7}">
      <dsp:nvSpPr>
        <dsp:cNvPr id="0" name=""/>
        <dsp:cNvSpPr/>
      </dsp:nvSpPr>
      <dsp:spPr>
        <a:xfrm>
          <a:off x="1019780" y="2593651"/>
          <a:ext cx="5778758" cy="1111565"/>
        </a:xfrm>
        <a:prstGeom prst="roundRect">
          <a:avLst>
            <a:gd name="adj" fmla="val 10000"/>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Handle Outliers better.</a:t>
          </a:r>
        </a:p>
      </dsp:txBody>
      <dsp:txXfrm>
        <a:off x="1052337" y="2626208"/>
        <a:ext cx="4481236" cy="1046451"/>
      </dsp:txXfrm>
    </dsp:sp>
    <dsp:sp modelId="{ED323DC5-D5FE-4FC6-854E-DCF3D69E0A5F}">
      <dsp:nvSpPr>
        <dsp:cNvPr id="0" name=""/>
        <dsp:cNvSpPr/>
      </dsp:nvSpPr>
      <dsp:spPr>
        <a:xfrm>
          <a:off x="5056240" y="842936"/>
          <a:ext cx="722517" cy="722517"/>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5218806" y="842936"/>
        <a:ext cx="397385" cy="543694"/>
      </dsp:txXfrm>
    </dsp:sp>
    <dsp:sp modelId="{E78BFF0D-82C7-4D31-A358-CFF1AE84F540}">
      <dsp:nvSpPr>
        <dsp:cNvPr id="0" name=""/>
        <dsp:cNvSpPr/>
      </dsp:nvSpPr>
      <dsp:spPr>
        <a:xfrm>
          <a:off x="5566131" y="2132352"/>
          <a:ext cx="722517" cy="722517"/>
        </a:xfrm>
        <a:prstGeom prst="downArrow">
          <a:avLst>
            <a:gd name="adj1" fmla="val 55000"/>
            <a:gd name="adj2" fmla="val 45000"/>
          </a:avLst>
        </a:prstGeom>
        <a:solidFill>
          <a:schemeClr val="accent2">
            <a:tint val="40000"/>
            <a:alpha val="90000"/>
            <a:hueOff val="6734718"/>
            <a:satOff val="-62232"/>
            <a:lumOff val="-7015"/>
            <a:alphaOff val="0"/>
          </a:schemeClr>
        </a:solidFill>
        <a:ln w="12700" cap="flat" cmpd="sng" algn="ctr">
          <a:solidFill>
            <a:schemeClr val="accent2">
              <a:tint val="40000"/>
              <a:alpha val="90000"/>
              <a:hueOff val="6734718"/>
              <a:satOff val="-62232"/>
              <a:lumOff val="-701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5728697" y="2132352"/>
        <a:ext cx="397385" cy="5436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CB5AD-F475-4C61-98DB-66D868311B85}">
      <dsp:nvSpPr>
        <dsp:cNvPr id="0" name=""/>
        <dsp:cNvSpPr/>
      </dsp:nvSpPr>
      <dsp:spPr>
        <a:xfrm>
          <a:off x="0" y="2663"/>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4F4A66B-B653-4AA8-AF31-62EA81DA005B}">
      <dsp:nvSpPr>
        <dsp:cNvPr id="0" name=""/>
        <dsp:cNvSpPr/>
      </dsp:nvSpPr>
      <dsp:spPr>
        <a:xfrm>
          <a:off x="0" y="2663"/>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It work by extra improvement over Gradient Boosting.</a:t>
          </a:r>
        </a:p>
      </dsp:txBody>
      <dsp:txXfrm>
        <a:off x="0" y="2663"/>
        <a:ext cx="6666833" cy="908098"/>
      </dsp:txXfrm>
    </dsp:sp>
    <dsp:sp modelId="{D8CDD293-FCB6-409B-B96A-F4725597EEDB}">
      <dsp:nvSpPr>
        <dsp:cNvPr id="0" name=""/>
        <dsp:cNvSpPr/>
      </dsp:nvSpPr>
      <dsp:spPr>
        <a:xfrm>
          <a:off x="0" y="910762"/>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CEA9C51-3392-470B-8CEC-6C85FB6ABE1B}">
      <dsp:nvSpPr>
        <dsp:cNvPr id="0" name=""/>
        <dsp:cNvSpPr/>
      </dsp:nvSpPr>
      <dsp:spPr>
        <a:xfrm>
          <a:off x="0" y="910762"/>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Regularization: Adds L1 and L2 penalties to avoid overfitting.</a:t>
          </a:r>
        </a:p>
      </dsp:txBody>
      <dsp:txXfrm>
        <a:off x="0" y="910762"/>
        <a:ext cx="6666833" cy="908098"/>
      </dsp:txXfrm>
    </dsp:sp>
    <dsp:sp modelId="{77752FE0-C53B-4B35-8A03-B5F51EA922F9}">
      <dsp:nvSpPr>
        <dsp:cNvPr id="0" name=""/>
        <dsp:cNvSpPr/>
      </dsp:nvSpPr>
      <dsp:spPr>
        <a:xfrm>
          <a:off x="0" y="1818861"/>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EE90739-2C3C-4B24-A60E-6F8B5A344DDC}">
      <dsp:nvSpPr>
        <dsp:cNvPr id="0" name=""/>
        <dsp:cNvSpPr/>
      </dsp:nvSpPr>
      <dsp:spPr>
        <a:xfrm>
          <a:off x="0" y="1818861"/>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Paraller Processing: Builds tree much faster.</a:t>
          </a:r>
        </a:p>
      </dsp:txBody>
      <dsp:txXfrm>
        <a:off x="0" y="1818861"/>
        <a:ext cx="6666833" cy="908098"/>
      </dsp:txXfrm>
    </dsp:sp>
    <dsp:sp modelId="{3DE18D83-FAC9-4850-BF9E-E5E8522E2992}">
      <dsp:nvSpPr>
        <dsp:cNvPr id="0" name=""/>
        <dsp:cNvSpPr/>
      </dsp:nvSpPr>
      <dsp:spPr>
        <a:xfrm>
          <a:off x="0" y="2726960"/>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AB3747F-9CC5-4788-A0DA-E64F19AB2734}">
      <dsp:nvSpPr>
        <dsp:cNvPr id="0" name=""/>
        <dsp:cNvSpPr/>
      </dsp:nvSpPr>
      <dsp:spPr>
        <a:xfrm>
          <a:off x="0" y="2726960"/>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Sparse data Handling:Handle missing values smartly.</a:t>
          </a:r>
        </a:p>
      </dsp:txBody>
      <dsp:txXfrm>
        <a:off x="0" y="2726960"/>
        <a:ext cx="6666833" cy="908098"/>
      </dsp:txXfrm>
    </dsp:sp>
    <dsp:sp modelId="{1CA99C23-386F-401E-B50D-3F2D95F11497}">
      <dsp:nvSpPr>
        <dsp:cNvPr id="0" name=""/>
        <dsp:cNvSpPr/>
      </dsp:nvSpPr>
      <dsp:spPr>
        <a:xfrm>
          <a:off x="0" y="3635058"/>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3B308F2-01DD-4CBC-BB56-534E72DA1148}">
      <dsp:nvSpPr>
        <dsp:cNvPr id="0" name=""/>
        <dsp:cNvSpPr/>
      </dsp:nvSpPr>
      <dsp:spPr>
        <a:xfrm>
          <a:off x="0" y="3635058"/>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Tree Pruning:stop splitting when further splits don’t improve the model significantly.</a:t>
          </a:r>
        </a:p>
      </dsp:txBody>
      <dsp:txXfrm>
        <a:off x="0" y="3635058"/>
        <a:ext cx="6666833" cy="908098"/>
      </dsp:txXfrm>
    </dsp:sp>
    <dsp:sp modelId="{B6151535-087C-4A1C-A754-7FA6341FF855}">
      <dsp:nvSpPr>
        <dsp:cNvPr id="0" name=""/>
        <dsp:cNvSpPr/>
      </dsp:nvSpPr>
      <dsp:spPr>
        <a:xfrm>
          <a:off x="0" y="4543157"/>
          <a:ext cx="6666833"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0E6D889-2B40-40CC-AB1D-5400E38FEF88}">
      <dsp:nvSpPr>
        <dsp:cNvPr id="0" name=""/>
        <dsp:cNvSpPr/>
      </dsp:nvSpPr>
      <dsp:spPr>
        <a:xfrm>
          <a:off x="0" y="4543157"/>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Column subsampling: Uses only a randm subset of features for each tree like random forest.</a:t>
          </a:r>
        </a:p>
      </dsp:txBody>
      <dsp:txXfrm>
        <a:off x="0" y="4543157"/>
        <a:ext cx="6666833" cy="90809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5F9C76-11A2-46C5-BCE0-57C384DE4B46}">
      <dsp:nvSpPr>
        <dsp:cNvPr id="0" name=""/>
        <dsp:cNvSpPr/>
      </dsp:nvSpPr>
      <dsp:spPr>
        <a:xfrm>
          <a:off x="0" y="2663"/>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DB34DE2-639A-4A73-B972-8C969AF3D8CF}">
      <dsp:nvSpPr>
        <dsp:cNvPr id="0" name=""/>
        <dsp:cNvSpPr/>
      </dsp:nvSpPr>
      <dsp:spPr>
        <a:xfrm>
          <a:off x="0" y="2663"/>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Much faster and more accurate for large datasets.</a:t>
          </a:r>
        </a:p>
      </dsp:txBody>
      <dsp:txXfrm>
        <a:off x="0" y="2663"/>
        <a:ext cx="6666833" cy="1816197"/>
      </dsp:txXfrm>
    </dsp:sp>
    <dsp:sp modelId="{872B292C-911E-4464-BE90-C4FD04D61F10}">
      <dsp:nvSpPr>
        <dsp:cNvPr id="0" name=""/>
        <dsp:cNvSpPr/>
      </dsp:nvSpPr>
      <dsp:spPr>
        <a:xfrm>
          <a:off x="0" y="1818861"/>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E9E7B3A-C001-408D-B398-064BD0CB269E}">
      <dsp:nvSpPr>
        <dsp:cNvPr id="0" name=""/>
        <dsp:cNvSpPr/>
      </dsp:nvSpPr>
      <dsp:spPr>
        <a:xfrm>
          <a:off x="0" y="1818861"/>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Works for regression and classification</a:t>
          </a:r>
        </a:p>
      </dsp:txBody>
      <dsp:txXfrm>
        <a:off x="0" y="1818861"/>
        <a:ext cx="6666833" cy="1816197"/>
      </dsp:txXfrm>
    </dsp:sp>
    <dsp:sp modelId="{0838CC70-82D9-4D39-BCE0-88B6E819A301}">
      <dsp:nvSpPr>
        <dsp:cNvPr id="0" name=""/>
        <dsp:cNvSpPr/>
      </dsp:nvSpPr>
      <dsp:spPr>
        <a:xfrm>
          <a:off x="0" y="3635058"/>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A4CE6B6-6E8E-4BCD-9E49-B2977C0A3F97}">
      <dsp:nvSpPr>
        <dsp:cNvPr id="0" name=""/>
        <dsp:cNvSpPr/>
      </dsp:nvSpPr>
      <dsp:spPr>
        <a:xfrm>
          <a:off x="0" y="3635058"/>
          <a:ext cx="6666833"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a:t>Has many Hyperparameters to tune.</a:t>
          </a:r>
        </a:p>
      </dsp:txBody>
      <dsp:txXfrm>
        <a:off x="0" y="3635058"/>
        <a:ext cx="6666833" cy="18161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39CD5-8E77-58DF-1CFC-896825702B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3C5F3C-78CE-59B9-EAE9-797C7E52D9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AD31984-F156-C702-FC8A-1E2148283146}"/>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5" name="Footer Placeholder 4">
            <a:extLst>
              <a:ext uri="{FF2B5EF4-FFF2-40B4-BE49-F238E27FC236}">
                <a16:creationId xmlns:a16="http://schemas.microsoft.com/office/drawing/2014/main" id="{65A202BC-3461-0BEA-19EC-147AB693AF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ED39E2-C89E-0FB0-35F4-988B2E07258E}"/>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641861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B8703-604B-E7E1-ED84-61BAB37C86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15A836-B192-4C37-3DD2-C7B8724B5D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4C3FDD-4831-CC79-2597-8E7026FCC1F8}"/>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5" name="Footer Placeholder 4">
            <a:extLst>
              <a:ext uri="{FF2B5EF4-FFF2-40B4-BE49-F238E27FC236}">
                <a16:creationId xmlns:a16="http://schemas.microsoft.com/office/drawing/2014/main" id="{E3874B8B-898E-F531-791C-433C78947A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FF1276-D72B-18AC-B051-40A327526C55}"/>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2618232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B120-2CCD-1A81-AEF3-5829E4F192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3DBF97-262B-9336-8360-E39CDF82BF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15F121-55EE-BDFB-F043-947D6B8CD6CC}"/>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5" name="Footer Placeholder 4">
            <a:extLst>
              <a:ext uri="{FF2B5EF4-FFF2-40B4-BE49-F238E27FC236}">
                <a16:creationId xmlns:a16="http://schemas.microsoft.com/office/drawing/2014/main" id="{2F9753D1-91A4-9EA4-EFCB-E5535326A0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826411-CAC6-ECA6-49CE-498B37AAF3EE}"/>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48444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9B63A-25BE-4433-5156-30280B0D85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F68728-D974-D95D-01BA-176F9DBE90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C2C705-0189-A05E-E002-439DA0DC93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9DBCE3-F4B4-6A55-4DFD-C714BE94F76E}"/>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6" name="Footer Placeholder 5">
            <a:extLst>
              <a:ext uri="{FF2B5EF4-FFF2-40B4-BE49-F238E27FC236}">
                <a16:creationId xmlns:a16="http://schemas.microsoft.com/office/drawing/2014/main" id="{D12ADC3A-15DE-6318-F6CD-0EE0D0897B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48C7A4-0C9A-AA33-390B-916528907118}"/>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612171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4416C-2A5F-E4C1-633F-010B37483D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7B3D05-CE0B-CF88-A23D-7D64543E95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1C6AE7-E9BD-9571-176A-1A18208692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3384A8-6FA6-AACA-9C62-590CD54EB6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F6D454-9369-B201-01E3-11F78A9BF2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22C1DC-2445-BBE2-B205-F02AF36F0584}"/>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8" name="Footer Placeholder 7">
            <a:extLst>
              <a:ext uri="{FF2B5EF4-FFF2-40B4-BE49-F238E27FC236}">
                <a16:creationId xmlns:a16="http://schemas.microsoft.com/office/drawing/2014/main" id="{41346B4D-B1E6-8F7B-16FC-33578817AD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101541C-39F3-0B89-8434-31727AF895A7}"/>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3951545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6C20E-741B-155B-19C3-675CCB1D10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99F814-5ADA-081D-2632-DE88038349EF}"/>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4" name="Footer Placeholder 3">
            <a:extLst>
              <a:ext uri="{FF2B5EF4-FFF2-40B4-BE49-F238E27FC236}">
                <a16:creationId xmlns:a16="http://schemas.microsoft.com/office/drawing/2014/main" id="{3EEF213B-3A86-B8A2-FEEE-67ED3AE9C0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4C4C78-5CE5-66A8-125E-B23866DBC4A0}"/>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1316488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B7A414-6ACB-67CF-C748-E86377F72D4C}"/>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3" name="Footer Placeholder 2">
            <a:extLst>
              <a:ext uri="{FF2B5EF4-FFF2-40B4-BE49-F238E27FC236}">
                <a16:creationId xmlns:a16="http://schemas.microsoft.com/office/drawing/2014/main" id="{F576639C-F011-D962-1710-7EA646FB74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90904A-A2D1-3A59-C8F4-BD22D06056E6}"/>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27999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E6F30-7C99-2679-814D-936EACB493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0E9F895-C081-4818-22BF-AAC0B05A77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17F21E-35D0-5B87-2620-5686D2ECD3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33F74D-E854-D4E6-EAC2-6DF262686170}"/>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6" name="Footer Placeholder 5">
            <a:extLst>
              <a:ext uri="{FF2B5EF4-FFF2-40B4-BE49-F238E27FC236}">
                <a16:creationId xmlns:a16="http://schemas.microsoft.com/office/drawing/2014/main" id="{EB322433-F228-1EF3-1F06-A1D7D053AF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0CD41E-728C-23FF-32B0-1ADD4CA71775}"/>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3966915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BDC62-93D6-CFA1-6E1B-2790DAE975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ADA64A-A13D-1781-CD16-74A9554EAE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12F333-A1E1-8F8A-E6F8-CF7682F4D5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ADFC31-7A99-B077-A981-93EF864F72D6}"/>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6" name="Footer Placeholder 5">
            <a:extLst>
              <a:ext uri="{FF2B5EF4-FFF2-40B4-BE49-F238E27FC236}">
                <a16:creationId xmlns:a16="http://schemas.microsoft.com/office/drawing/2014/main" id="{11E5E06E-4383-59AA-0A1C-A21D24E8F6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A964AA-A3DB-AFE8-0F49-36698C1C153C}"/>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2808945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CC236-0B33-622C-37CD-7F7275BE95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F9626D-F478-51BE-326C-8D97806904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1492A4-79FD-E4A7-6628-535D44DEA8FF}"/>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5" name="Footer Placeholder 4">
            <a:extLst>
              <a:ext uri="{FF2B5EF4-FFF2-40B4-BE49-F238E27FC236}">
                <a16:creationId xmlns:a16="http://schemas.microsoft.com/office/drawing/2014/main" id="{D5028E5D-88C6-DC91-BB6C-37B3CD1191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BE832F-638A-4880-0E7F-0C6FDDC1EA28}"/>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1671578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592A74-C167-F1E0-0C65-57AAB99CAE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66FEBD-5E34-9926-214B-89EF0955AA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B998CF-39B9-14FF-C569-C504C6EEF1C4}"/>
              </a:ext>
            </a:extLst>
          </p:cNvPr>
          <p:cNvSpPr>
            <a:spLocks noGrp="1"/>
          </p:cNvSpPr>
          <p:nvPr>
            <p:ph type="dt" sz="half" idx="10"/>
          </p:nvPr>
        </p:nvSpPr>
        <p:spPr/>
        <p:txBody>
          <a:bodyPr/>
          <a:lstStyle/>
          <a:p>
            <a:fld id="{2B825547-CBD7-4D27-93E5-E7F272507946}" type="datetimeFigureOut">
              <a:rPr lang="en-IN" smtClean="0"/>
              <a:t>11-08-2025</a:t>
            </a:fld>
            <a:endParaRPr lang="en-IN"/>
          </a:p>
        </p:txBody>
      </p:sp>
      <p:sp>
        <p:nvSpPr>
          <p:cNvPr id="5" name="Footer Placeholder 4">
            <a:extLst>
              <a:ext uri="{FF2B5EF4-FFF2-40B4-BE49-F238E27FC236}">
                <a16:creationId xmlns:a16="http://schemas.microsoft.com/office/drawing/2014/main" id="{6AAE01FB-8F07-634D-79B6-37A67D53DD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D4F0DB-A6CB-11EB-994E-B02DC694D227}"/>
              </a:ext>
            </a:extLst>
          </p:cNvPr>
          <p:cNvSpPr>
            <a:spLocks noGrp="1"/>
          </p:cNvSpPr>
          <p:nvPr>
            <p:ph type="sldNum" sz="quarter" idx="12"/>
          </p:nvPr>
        </p:nvSpPr>
        <p:spPr/>
        <p:txBody>
          <a:bodyPr/>
          <a:lstStyle/>
          <a:p>
            <a:fld id="{6BD64A34-DB72-46C9-AD8A-96026F3A84B2}" type="slidenum">
              <a:rPr lang="en-IN" smtClean="0"/>
              <a:t>‹#›</a:t>
            </a:fld>
            <a:endParaRPr lang="en-IN"/>
          </a:p>
        </p:txBody>
      </p:sp>
    </p:spTree>
    <p:extLst>
      <p:ext uri="{BB962C8B-B14F-4D97-AF65-F5344CB8AC3E}">
        <p14:creationId xmlns:p14="http://schemas.microsoft.com/office/powerpoint/2010/main" val="3522785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F8B15F-ABD6-E317-F39F-1531D42D21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718B49-8785-E76C-AA43-C46C372ABF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2AD345-CF68-D69B-1FC6-C9D143CB72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825547-CBD7-4D27-93E5-E7F272507946}" type="datetimeFigureOut">
              <a:rPr lang="en-IN" smtClean="0"/>
              <a:t>11-08-2025</a:t>
            </a:fld>
            <a:endParaRPr lang="en-IN"/>
          </a:p>
        </p:txBody>
      </p:sp>
      <p:sp>
        <p:nvSpPr>
          <p:cNvPr id="5" name="Footer Placeholder 4">
            <a:extLst>
              <a:ext uri="{FF2B5EF4-FFF2-40B4-BE49-F238E27FC236}">
                <a16:creationId xmlns:a16="http://schemas.microsoft.com/office/drawing/2014/main" id="{753FB7C0-C761-3092-845D-26DF03BB9E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E86C0CB-B842-BA8D-30B6-F2174A98C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D64A34-DB72-46C9-AD8A-96026F3A84B2}" type="slidenum">
              <a:rPr lang="en-IN" smtClean="0"/>
              <a:t>‹#›</a:t>
            </a:fld>
            <a:endParaRPr lang="en-IN"/>
          </a:p>
        </p:txBody>
      </p:sp>
    </p:spTree>
    <p:extLst>
      <p:ext uri="{BB962C8B-B14F-4D97-AF65-F5344CB8AC3E}">
        <p14:creationId xmlns:p14="http://schemas.microsoft.com/office/powerpoint/2010/main" val="2072046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Math And Science Formulas">
            <a:extLst>
              <a:ext uri="{FF2B5EF4-FFF2-40B4-BE49-F238E27FC236}">
                <a16:creationId xmlns:a16="http://schemas.microsoft.com/office/drawing/2014/main" id="{C9FB4517-C286-9295-4B25-7C2C4A7CEDE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EBEFCF-1B69-80B6-5FB5-DD068E06C8D3}"/>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dirty="0">
                <a:solidFill>
                  <a:srgbClr val="FFFFFF"/>
                </a:solidFill>
              </a:rPr>
              <a:t>BOOSTING ALGORITHMS</a:t>
            </a:r>
          </a:p>
        </p:txBody>
      </p:sp>
    </p:spTree>
    <p:extLst>
      <p:ext uri="{BB962C8B-B14F-4D97-AF65-F5344CB8AC3E}">
        <p14:creationId xmlns:p14="http://schemas.microsoft.com/office/powerpoint/2010/main" val="298861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4" restart="whenNotActive" fill="hold" evtFilter="cancelBubble" nodeType="interactiveSeq">
                <p:stCondLst>
                  <p:cond evt="onClick" delay="0">
                    <p:tgtEl>
                      <p:spTgt spid="4"/>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4"/>
                                        </p:tgtEl>
                                      </p:cBhvr>
                                    </p:cmd>
                                  </p:childTnLst>
                                </p:cTn>
                              </p:par>
                            </p:childTnLst>
                          </p:cTn>
                        </p:par>
                      </p:childTnLst>
                    </p:cTn>
                  </p:par>
                </p:childTnLst>
              </p:cTn>
              <p:nextCondLst>
                <p:cond evt="onClick" delay="0">
                  <p:tgtEl>
                    <p:spTgt spid="4"/>
                  </p:tgtEl>
                </p:cond>
              </p:nextCondLst>
            </p:seq>
            <p:video>
              <p:cMediaNode mute="1">
                <p:cTn id="19" repeatCount="indefinite" fill="hold" display="0">
                  <p:stCondLst>
                    <p:cond delay="indefinite"/>
                  </p:stCondLst>
                </p:cTn>
                <p:tgtEl>
                  <p:spTgt spid="4"/>
                </p:tgtEl>
              </p:cMediaNode>
            </p:video>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B37A36-6180-A8E2-3CF9-61FD0223AC9F}"/>
              </a:ext>
            </a:extLst>
          </p:cNvPr>
          <p:cNvSpPr>
            <a:spLocks noGrp="1"/>
          </p:cNvSpPr>
          <p:nvPr>
            <p:ph type="title"/>
          </p:nvPr>
        </p:nvSpPr>
        <p:spPr>
          <a:xfrm>
            <a:off x="761803" y="350196"/>
            <a:ext cx="4646904" cy="1624520"/>
          </a:xfrm>
        </p:spPr>
        <p:txBody>
          <a:bodyPr anchor="ctr">
            <a:normAutofit/>
          </a:bodyPr>
          <a:lstStyle/>
          <a:p>
            <a:r>
              <a:rPr lang="en-US" sz="3700"/>
              <a:t>TYPES OF BOOSTING ALGORITHMS</a:t>
            </a:r>
            <a:endParaRPr lang="en-IN" sz="3700"/>
          </a:p>
        </p:txBody>
      </p:sp>
      <p:sp>
        <p:nvSpPr>
          <p:cNvPr id="3" name="Content Placeholder 2">
            <a:extLst>
              <a:ext uri="{FF2B5EF4-FFF2-40B4-BE49-F238E27FC236}">
                <a16:creationId xmlns:a16="http://schemas.microsoft.com/office/drawing/2014/main" id="{7DEAA33C-7042-BB96-DAA7-B19D09B0E038}"/>
              </a:ext>
            </a:extLst>
          </p:cNvPr>
          <p:cNvSpPr>
            <a:spLocks noGrp="1"/>
          </p:cNvSpPr>
          <p:nvPr>
            <p:ph idx="1"/>
          </p:nvPr>
        </p:nvSpPr>
        <p:spPr>
          <a:xfrm>
            <a:off x="761802" y="2743200"/>
            <a:ext cx="4646905" cy="3613149"/>
          </a:xfrm>
        </p:spPr>
        <p:txBody>
          <a:bodyPr anchor="ctr">
            <a:normAutofit/>
          </a:bodyPr>
          <a:lstStyle/>
          <a:p>
            <a:r>
              <a:rPr lang="en-US" sz="2000" dirty="0"/>
              <a:t>There are three boosting algorithms</a:t>
            </a:r>
          </a:p>
          <a:p>
            <a:r>
              <a:rPr lang="en-US" sz="2000" dirty="0"/>
              <a:t>* </a:t>
            </a:r>
            <a:r>
              <a:rPr lang="en-US" sz="2000" dirty="0" err="1"/>
              <a:t>Adaboost</a:t>
            </a:r>
            <a:r>
              <a:rPr lang="en-US" sz="2000" dirty="0"/>
              <a:t> algorithm</a:t>
            </a:r>
          </a:p>
          <a:p>
            <a:r>
              <a:rPr lang="en-US" sz="2000" dirty="0"/>
              <a:t>* Gradient Boost algorithm</a:t>
            </a:r>
          </a:p>
          <a:p>
            <a:r>
              <a:rPr lang="en-US" sz="2000" dirty="0"/>
              <a:t>* </a:t>
            </a:r>
            <a:r>
              <a:rPr lang="en-US" sz="2000" dirty="0" err="1"/>
              <a:t>XGBoost</a:t>
            </a:r>
            <a:r>
              <a:rPr lang="en-US" sz="2000" dirty="0"/>
              <a:t> algorithm</a:t>
            </a:r>
            <a:endParaRPr lang="en-IN" sz="2000" dirty="0"/>
          </a:p>
        </p:txBody>
      </p:sp>
      <p:pic>
        <p:nvPicPr>
          <p:cNvPr id="5" name="Picture 4" descr="Financial graphs on a dark display">
            <a:extLst>
              <a:ext uri="{FF2B5EF4-FFF2-40B4-BE49-F238E27FC236}">
                <a16:creationId xmlns:a16="http://schemas.microsoft.com/office/drawing/2014/main" id="{3AEB0D29-A1DE-8E36-588D-5DDFB7B70E22}"/>
              </a:ext>
            </a:extLst>
          </p:cNvPr>
          <p:cNvPicPr>
            <a:picLocks noChangeAspect="1"/>
          </p:cNvPicPr>
          <p:nvPr/>
        </p:nvPicPr>
        <p:blipFill>
          <a:blip r:embed="rId2"/>
          <a:srcRect l="19287" r="25095"/>
          <a:stretch>
            <a:fillRect/>
          </a:stretch>
        </p:blipFill>
        <p:spPr>
          <a:xfrm>
            <a:off x="6096000" y="1"/>
            <a:ext cx="6102825" cy="6858000"/>
          </a:xfrm>
          <a:prstGeom prst="rect">
            <a:avLst/>
          </a:prstGeom>
        </p:spPr>
      </p:pic>
    </p:spTree>
    <p:extLst>
      <p:ext uri="{BB962C8B-B14F-4D97-AF65-F5344CB8AC3E}">
        <p14:creationId xmlns:p14="http://schemas.microsoft.com/office/powerpoint/2010/main" val="1093354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E5919D-70C0-78A4-7DDF-CB399FE9D2B4}"/>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1. AdaBoost (Adaptive Boosting)</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F3CE4EC2-C8E2-D75A-D7A6-FE7900FAD385}"/>
              </a:ext>
            </a:extLst>
          </p:cNvPr>
          <p:cNvGraphicFramePr>
            <a:graphicFrameLocks noGrp="1"/>
          </p:cNvGraphicFramePr>
          <p:nvPr>
            <p:ph idx="1"/>
            <p:extLst>
              <p:ext uri="{D42A27DB-BD31-4B8C-83A1-F6EECF244321}">
                <p14:modId xmlns:p14="http://schemas.microsoft.com/office/powerpoint/2010/main" val="261156140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491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301218-063E-74C3-BA07-C2FF24F56857}"/>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How it works:</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E85A5E38-2690-22F4-8BEF-4882EADAFFE2}"/>
              </a:ext>
            </a:extLst>
          </p:cNvPr>
          <p:cNvGraphicFramePr>
            <a:graphicFrameLocks noGrp="1"/>
          </p:cNvGraphicFramePr>
          <p:nvPr>
            <p:ph idx="1"/>
            <p:extLst>
              <p:ext uri="{D42A27DB-BD31-4B8C-83A1-F6EECF244321}">
                <p14:modId xmlns:p14="http://schemas.microsoft.com/office/powerpoint/2010/main" val="147043412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6626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71F15-359B-01EE-0913-62640DFF7E8E}"/>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Key points:</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726E37FF-8473-77E1-F546-F2023115C018}"/>
              </a:ext>
            </a:extLst>
          </p:cNvPr>
          <p:cNvGraphicFramePr>
            <a:graphicFrameLocks noGrp="1"/>
          </p:cNvGraphicFramePr>
          <p:nvPr>
            <p:ph idx="1"/>
            <p:extLst>
              <p:ext uri="{D42A27DB-BD31-4B8C-83A1-F6EECF244321}">
                <p14:modId xmlns:p14="http://schemas.microsoft.com/office/powerpoint/2010/main" val="340759763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6270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BCB8E6-C136-CCC4-0F2D-0E987AD3E824}"/>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2. Gradient Boosting (GBM):</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D13DF342-967F-41B7-7E55-F5DB1F24A9A7}"/>
              </a:ext>
            </a:extLst>
          </p:cNvPr>
          <p:cNvGraphicFramePr>
            <a:graphicFrameLocks noGrp="1"/>
          </p:cNvGraphicFramePr>
          <p:nvPr>
            <p:ph idx="1"/>
            <p:extLst>
              <p:ext uri="{D42A27DB-BD31-4B8C-83A1-F6EECF244321}">
                <p14:modId xmlns:p14="http://schemas.microsoft.com/office/powerpoint/2010/main" val="83082515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3154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F39803-D6F4-B8B2-053C-6E10574E34D5}"/>
              </a:ext>
            </a:extLst>
          </p:cNvPr>
          <p:cNvSpPr>
            <a:spLocks noGrp="1"/>
          </p:cNvSpPr>
          <p:nvPr>
            <p:ph type="title"/>
          </p:nvPr>
        </p:nvSpPr>
        <p:spPr>
          <a:xfrm>
            <a:off x="4553733" y="548464"/>
            <a:ext cx="6798541" cy="1675623"/>
          </a:xfrm>
        </p:spPr>
        <p:txBody>
          <a:bodyPr anchor="b">
            <a:normAutofit/>
          </a:bodyPr>
          <a:lstStyle/>
          <a:p>
            <a:r>
              <a:rPr lang="en-US" sz="4000"/>
              <a:t>Key Points:</a:t>
            </a:r>
            <a:endParaRPr lang="en-IN" sz="4000"/>
          </a:p>
        </p:txBody>
      </p:sp>
      <p:pic>
        <p:nvPicPr>
          <p:cNvPr id="21" name="Picture 20">
            <a:extLst>
              <a:ext uri="{FF2B5EF4-FFF2-40B4-BE49-F238E27FC236}">
                <a16:creationId xmlns:a16="http://schemas.microsoft.com/office/drawing/2014/main" id="{4FA5D78C-0536-40CB-4AD1-86861C29504B}"/>
              </a:ext>
            </a:extLst>
          </p:cNvPr>
          <p:cNvPicPr>
            <a:picLocks noChangeAspect="1"/>
          </p:cNvPicPr>
          <p:nvPr/>
        </p:nvPicPr>
        <p:blipFill>
          <a:blip r:embed="rId2"/>
          <a:srcRect l="49823" r="12545"/>
          <a:stretch>
            <a:fillRect/>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B915DE5F-84AF-3432-D679-E5DB6AFE2080}"/>
              </a:ext>
            </a:extLst>
          </p:cNvPr>
          <p:cNvGraphicFramePr>
            <a:graphicFrameLocks noGrp="1"/>
          </p:cNvGraphicFramePr>
          <p:nvPr>
            <p:ph idx="1"/>
            <p:extLst>
              <p:ext uri="{D42A27DB-BD31-4B8C-83A1-F6EECF244321}">
                <p14:modId xmlns:p14="http://schemas.microsoft.com/office/powerpoint/2010/main" val="4179148286"/>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2057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BF8FD7-8B66-5FF6-5D17-E8496A0FF3BF}"/>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XGBoost (Extreme Gradient Boosting):</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13D51B22-9035-0E7E-59C1-E706051C0487}"/>
              </a:ext>
            </a:extLst>
          </p:cNvPr>
          <p:cNvGraphicFramePr>
            <a:graphicFrameLocks noGrp="1"/>
          </p:cNvGraphicFramePr>
          <p:nvPr>
            <p:ph idx="1"/>
            <p:extLst>
              <p:ext uri="{D42A27DB-BD31-4B8C-83A1-F6EECF244321}">
                <p14:modId xmlns:p14="http://schemas.microsoft.com/office/powerpoint/2010/main" val="412575250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1391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3A4100-0CED-6D0D-1EC2-B26C0C8ACB25}"/>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Key Points:</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526D0331-39CE-CA02-5D8B-DBC76AE64170}"/>
              </a:ext>
            </a:extLst>
          </p:cNvPr>
          <p:cNvGraphicFramePr>
            <a:graphicFrameLocks noGrp="1"/>
          </p:cNvGraphicFramePr>
          <p:nvPr>
            <p:ph idx="1"/>
            <p:extLst>
              <p:ext uri="{D42A27DB-BD31-4B8C-83A1-F6EECF244321}">
                <p14:modId xmlns:p14="http://schemas.microsoft.com/office/powerpoint/2010/main" val="237070064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1725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AEB0E6-3020-E8B4-963A-4FA20B60BF25}"/>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a:solidFill>
                  <a:srgbClr val="FFFFFF"/>
                </a:solidFill>
                <a:latin typeface="+mj-lt"/>
                <a:ea typeface="+mj-ea"/>
                <a:cs typeface="+mj-cs"/>
              </a:rPr>
              <a:t>THANK YOU</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88413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393</Words>
  <Application>Microsoft Office PowerPoint</Application>
  <PresentationFormat>Widescreen</PresentationFormat>
  <Paragraphs>44</Paragraphs>
  <Slides>10</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BOOSTING ALGORITHMS</vt:lpstr>
      <vt:lpstr>TYPES OF BOOSTING ALGORITHMS</vt:lpstr>
      <vt:lpstr>1. AdaBoost (Adaptive Boosting)</vt:lpstr>
      <vt:lpstr>How it works:</vt:lpstr>
      <vt:lpstr>Key points:</vt:lpstr>
      <vt:lpstr>2. Gradient Boosting (GBM):</vt:lpstr>
      <vt:lpstr>Key Points:</vt:lpstr>
      <vt:lpstr>XGBoost (Extreme Gradient Boosting):</vt:lpstr>
      <vt:lpstr>Key Points: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jgv7s</dc:creator>
  <cp:lastModifiedBy>jgv7s</cp:lastModifiedBy>
  <cp:revision>1</cp:revision>
  <dcterms:created xsi:type="dcterms:W3CDTF">2025-08-11T08:37:05Z</dcterms:created>
  <dcterms:modified xsi:type="dcterms:W3CDTF">2025-08-11T10:07:17Z</dcterms:modified>
</cp:coreProperties>
</file>